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0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8F-4F86-B006-43DE0613E2B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8F-4F86-B006-43DE0613E2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99665648"/>
        <c:axId val="1870840096"/>
      </c:areaChart>
      <c:dateAx>
        <c:axId val="109966564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0840096"/>
        <c:crosses val="autoZero"/>
        <c:auto val="1"/>
        <c:lblOffset val="100"/>
        <c:baseTimeUnit val="months"/>
      </c:dateAx>
      <c:valAx>
        <c:axId val="1870840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966564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4726-269C-64A9-CD77-B6E2BE314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2F703-2768-90F1-EA99-7C0027D22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39AC5-6D21-5C31-9835-F0FAAB474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B8EEB-1328-4C27-9748-4FAF261FEF8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F12A0-6D73-0C56-494B-F3631FEF4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52904-3BD3-6689-0111-B1AC7E54A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D3F63-D168-4468-9436-EC8648E017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597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FBCB4-CC52-5449-41B9-54D9EB25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F652E-8A8E-161E-CB70-4F9BB41FC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0D817-625A-45D3-F6AC-A9A8334F6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B8EEB-1328-4C27-9748-4FAF261FEF8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037A8-29D1-DE50-204A-87E51EEC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838BB-38FC-D3EB-8BA5-8BBEEEB93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D3F63-D168-4468-9436-EC8648E017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1411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1021B-ECBD-798C-5112-D57293408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1C1FA-73CB-87B1-0E99-039E9D448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0983-06AE-5FEE-9279-8C5887D26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B8EEB-1328-4C27-9748-4FAF261FEF8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25C29-6453-B411-CB48-B262A9D8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8C1F9-9A58-203A-56F6-EC5F77D44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D3F63-D168-4468-9436-EC8648E017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2074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E7CFB-134B-A789-BEDC-0C22CB3E9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142A3-5776-FA63-1186-08799392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7D51D-D8B6-DC88-B97A-F50515506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34ADB-DF3E-A024-D322-4B91BE583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B8EEB-1328-4C27-9748-4FAF261FEF8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0180B-C592-C4CF-F6FE-5545C3597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F94FE-159E-DE37-5A9F-9320EE590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D3F63-D168-4468-9436-EC8648E017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7320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6AC6-4994-1B3E-426A-39D47BCDC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3C182-3489-DD92-847F-D80614742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741C3-23F8-3E56-4A23-9C77BEDAB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3753A-E6D7-C128-7B9A-65BBEC933B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F4FC16-3E88-4AEB-8461-748F231B2A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67FF1B-721A-BDDC-11B6-4A8B73B88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B8EEB-1328-4C27-9748-4FAF261FEF8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5D71A3-B0DE-A232-25D7-7B658EA78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A914E3-5D60-DE4B-53E2-D6EFCBDD5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D3F63-D168-4468-9436-EC8648E017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8726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522BB-EE31-8FA2-07CB-E12CD91E2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E88C57-4C1D-22B1-7EA4-4916479FA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B8EEB-1328-4C27-9748-4FAF261FEF8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B2C360-1138-BC8E-EB72-F545DD17A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9BE223-0456-B492-33F9-497955EC6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D3F63-D168-4468-9436-EC8648E017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772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97AF70-17E1-A525-6E58-BC4BE8557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B8EEB-1328-4C27-9748-4FAF261FEF8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2BE616-9F06-32B3-ED79-EB0F2E0F5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35A39-231D-8B37-F199-87C33CEC7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D3F63-D168-4468-9436-EC8648E017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6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28388-0E8B-0AC6-CA6F-31EE76220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B760A-A4CB-5651-E77B-CC0493063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8594E-3F76-91BE-867D-9F4A3558B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CCFACC-A577-AE11-167E-8F859FE07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B8EEB-1328-4C27-9748-4FAF261FEF8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E198A-4E1E-026A-DF2F-1D7023737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2AC3A-F7F8-4F78-70FC-C5B6B08E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D3F63-D168-4468-9436-EC8648E017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231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60F5B-4FB2-DEA1-AAED-705753DBF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4BC1C2-E3E8-DDA1-FD58-BB1E6E2FD58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61A19-66CC-09AC-7CF6-AB3267205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AD3C8-E903-419E-4DEF-7BCA8C62D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B8EEB-1328-4C27-9748-4FAF261FEF8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D199B6-EDB2-1E00-43F4-C30285B0F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69F5E-367F-8692-DB48-97806FB61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D3F63-D168-4468-9436-EC8648E017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869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6E9E2-BCC4-F6D1-7385-9E227E72A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534407-62B4-C4B3-CB1A-DF6B8C596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17109-20D8-BE70-DAD7-E268B703A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B8EEB-1328-4C27-9748-4FAF261FEF8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1F522-F530-F6C4-328F-3FFC5FF56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3D2FD-ABDC-E063-EA4C-C6592FD35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D3F63-D168-4468-9436-EC8648E017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326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29CD7-FC39-3DD1-AE5A-63686831F9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20F6A-CB46-8582-61C9-51D33E712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AADEA-112F-7027-6526-66A5DCF5D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B8EEB-1328-4C27-9748-4FAF261FEF8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35F94-3061-9169-AF33-68A33656F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DABA7-EDE5-5247-CC0A-6C344D42A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D3F63-D168-4468-9436-EC8648E017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5826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569754-8CC0-BF0C-AE69-6AC2B0BD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DA9E7-4A03-F023-6CEA-2F7191EAD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E9A75-EF4B-2E2E-891B-5B0CD496E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7B8EEB-1328-4C27-9748-4FAF261FEF8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4AEB0-33B3-8839-F8D9-12F018B836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9068D-E7AC-06F8-6D45-4B82AF634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6D3F63-D168-4468-9436-EC8648E017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2584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BF2E53A-3BC8-B347-6AAE-495D928DB1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8580004"/>
              </p:ext>
            </p:extLst>
          </p:nvPr>
        </p:nvGraphicFramePr>
        <p:xfrm>
          <a:off x="1270000" y="12700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50395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 A</dc:creator>
  <cp:lastModifiedBy>Author A</cp:lastModifiedBy>
  <cp:revision>1</cp:revision>
  <dcterms:created xsi:type="dcterms:W3CDTF">2026-10-12T02:24:14Z</dcterms:created>
  <dcterms:modified xsi:type="dcterms:W3CDTF">2026-10-12T02:24:19Z</dcterms:modified>
</cp:coreProperties>
</file>