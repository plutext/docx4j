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AF-49AF-95F8-D9F66A9F05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AF-49AF-95F8-D9F66A9F05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CAF-49AF-95F8-D9F66A9F05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99662864"/>
        <c:axId val="1870847776"/>
      </c:barChart>
      <c:catAx>
        <c:axId val="1099662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0847776"/>
        <c:crosses val="autoZero"/>
        <c:auto val="1"/>
        <c:lblAlgn val="ctr"/>
        <c:lblOffset val="100"/>
        <c:noMultiLvlLbl val="0"/>
      </c:catAx>
      <c:valAx>
        <c:axId val="18708477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9662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0ACE9-B756-878C-7C44-4EDD4ABDC4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1D8DC5-D7B3-3D49-9DE8-59401B431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E97F8-FE66-09E0-A0E9-1D1AC5EE4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D3B4-5135-4E22-82C7-DF3181BDDA0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898B2-F563-24C5-CEB9-3B3A0C3A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94574-E06E-A4B2-94CF-8A049B0D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BA5E-AC49-409E-8763-46171FE1E9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468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5E71-ECCE-AD52-D4B4-10D6EBC71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9E61F-D4A6-2E07-A612-43815F5CF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9243E-7A86-9FA7-9F24-A050646B1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D3B4-5135-4E22-82C7-DF3181BDDA0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E3BA6-1EB9-5AF9-BF6F-FB6B25ABC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FA24B-CF7D-37C6-1CE3-09B282225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BA5E-AC49-409E-8763-46171FE1E9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700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59B47-1086-E29D-A59F-F93C7EBCC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5A6C0-06CA-8415-CC44-5D6A03576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BA050-AF51-7419-5334-3A5FA9E5F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D3B4-5135-4E22-82C7-DF3181BDDA0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99E46-E5A0-050A-A1FA-90581F12D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7C6B5-A241-1866-6689-F40697838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BA5E-AC49-409E-8763-46171FE1E9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4358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49260-7A32-E99F-37AF-62E11F1D5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46E6C-A2F1-D396-E24C-091F859702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FDD00-009D-6FBA-A38B-450021589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D3846-1AF6-BD44-BD5F-ADEC06086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D3B4-5135-4E22-82C7-DF3181BDDA0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1B474-585E-99C2-1F94-53995AB86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CF989-EE2A-4DF7-79DD-91D80F097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BA5E-AC49-409E-8763-46171FE1E9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0310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8A61-2162-A3D1-9899-D38902C2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7137B-A581-B416-10DB-DCAF69A33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7162D-F19B-DA92-359B-82C981EA7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3FF53-E2CC-5735-A87D-D98BEE44A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E11974-540A-BDAA-D475-196B9E20B2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FB4ACA-3513-3B67-DBF0-9BFEEC5B6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D3B4-5135-4E22-82C7-DF3181BDDA0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0A838A-BAF4-F7BA-F006-FF26284D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6A0C2C-DE5A-332E-2C20-DBAA4D13B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BA5E-AC49-409E-8763-46171FE1E9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2848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2C357-A9EB-1E0E-40B5-4890912E4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A9A73B-9326-F3D9-5A00-16906230F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D3B4-5135-4E22-82C7-DF3181BDDA0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BF358A-337B-DB0F-0BB7-46C891DF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C87995-0C90-1E2E-BC16-66647F0C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BA5E-AC49-409E-8763-46171FE1E9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6547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18C09E-F794-A66A-3A7A-01FBD9633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D3B4-5135-4E22-82C7-DF3181BDDA0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12B9C6-329B-071B-032B-3570D3132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119B9-C78F-F443-5340-D7F14F8E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BA5E-AC49-409E-8763-46171FE1E9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2503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D6018-27B6-E832-B329-BA4182150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039D0-022D-8A19-52CB-FA960238B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22BB15-5B42-594E-2334-CD1D78707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77A12-B09A-FB31-DFEF-241FE6ACD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D3B4-5135-4E22-82C7-DF3181BDDA0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BA227-F943-DCE8-E931-288EE7D40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6D729-0F2A-2399-8C66-1BAE5DDB4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BA5E-AC49-409E-8763-46171FE1E9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2177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C3934-B113-ADE4-FAA9-277F3F1AD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73636-FC9D-59F6-EDF4-ACFB70C10B4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24CE4-9F60-8E41-F87F-CF6A01E3B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1BBE1-C945-E0C4-968A-E9F03D760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D3B4-5135-4E22-82C7-DF3181BDDA0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F7C8B-1258-0DEB-A8AF-2272554B8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48852-CA12-9758-40DF-2CF8F8FC8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BA5E-AC49-409E-8763-46171FE1E9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4921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C15B-BFE3-09A2-CE27-88A082A18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62AC5A-F832-1749-5EBF-7810A5EDF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EDE1F-47EF-2E89-CDA7-B81D538AE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D3B4-5135-4E22-82C7-DF3181BDDA0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D900B-330A-6217-226E-DC6BDED3F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B23D0-517C-92B9-2831-BAED73BA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BA5E-AC49-409E-8763-46171FE1E9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7614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4CBD9-F70B-0E2A-CA63-94F0267BBB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6A0B5A-62E2-AA96-D663-C4FDFEC64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88F1D-4444-8989-BD2D-FB9FBCC2C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D3B4-5135-4E22-82C7-DF3181BDDA0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927E1-540E-EC29-AF31-C24A6D89D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9B9D2-8187-189F-AD92-8ECF5E9C9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BA5E-AC49-409E-8763-46171FE1E9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1833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9837F4-6F05-3894-ABAF-93C7B655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9B3E2-C22A-7187-6AF1-AE6DBC5F9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A038B-15A9-9A4B-66BB-2232945073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3AD3B4-5135-4E22-82C7-DF3181BDDA0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49F79-6B06-3034-9B1E-47255E26D2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FF844-F76A-D302-B444-6C47E3383C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BBA5E-AC49-409E-8763-46171FE1E9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7735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6964867-EA32-AE0F-B85E-00822EB460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587673"/>
              </p:ext>
            </p:extLst>
          </p:nvPr>
        </p:nvGraphicFramePr>
        <p:xfrm>
          <a:off x="1270000" y="12700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14052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1</cp:revision>
  <dcterms:created xsi:type="dcterms:W3CDTF">2026-10-12T02:23:48Z</dcterms:created>
  <dcterms:modified xsi:type="dcterms:W3CDTF">2026-10-12T02:23:53Z</dcterms:modified>
</cp:coreProperties>
</file>