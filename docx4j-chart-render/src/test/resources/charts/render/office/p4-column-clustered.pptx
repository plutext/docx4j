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D8-4992-A217-A94FFA9071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D8-4992-A217-A94FFA9071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D8-4992-A217-A94FFA9071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79658368"/>
        <c:axId val="1720158496"/>
      </c:barChart>
      <c:catAx>
        <c:axId val="1079658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0158496"/>
        <c:crosses val="autoZero"/>
        <c:auto val="1"/>
        <c:lblAlgn val="ctr"/>
        <c:lblOffset val="100"/>
        <c:noMultiLvlLbl val="0"/>
      </c:catAx>
      <c:valAx>
        <c:axId val="1720158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9658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D63E-99FA-3207-B894-375F8ECF9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01205-1F5A-4BCE-1F5B-DBA286E76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B030D-51AA-9CA6-511D-155302A5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86E73-14B2-72DB-31FF-B7D0EB607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DD7F8-D37D-1A2E-509A-9EBB60BD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17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7FCD-0F9E-99A9-37BA-3B5C6644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A6C3-B1E7-D2AA-7E83-9FAE0D1A2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94F8D-BAA4-9908-E4CE-E90EDCA3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87DA0-BAE5-DD23-A093-A3A36FFD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DC2B-453B-02A6-EBAB-D47919F3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29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18D4-AD2F-084D-99AA-AC9DEABA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936FB-9ADE-4B7C-FE1D-0EDD43D8E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91F2F-369F-8023-B569-3FB03E4D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52B19-DB5E-5228-3B76-F24032A5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2E8A5-01A2-89EC-9FC4-99A0A2EB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76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6D044-2651-66F1-9854-EFD10351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2E7FF-A39E-2875-AC0B-31EAA3F95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A278D-B207-485C-F555-458DE77D4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CE444-C4D3-F69E-E644-ACFE0189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B17BD-BF48-3301-84B6-DF051D9A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11057-EE15-A4C8-BB65-2770B717F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5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4084-F8AC-3F32-9AA5-00163315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5DE94-A216-B17E-FD90-196EE9D9A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DBB12-4368-197F-515A-6B935149E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CE1E0-A17F-0A8D-5862-B7721485EA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08A3E-F833-2CE3-78FF-036CC852A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6C7FA-71FC-48C8-85CB-369BA2DE7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8D9B7-F8F6-1F6C-62F4-2EC39475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537F13-C7DF-0A75-7738-2E08CBF7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0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2938-D64E-328B-6245-A979F410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8B18A-E706-5680-E377-1C4D1146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B9A32-42E0-F2C9-77AA-F9B8E87E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8D499-B213-A7AC-4158-9ABF07D1D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51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0A3F7-2EFF-E286-C8EF-1B9DE48B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EEC6A-7CEF-6598-A513-9A7930C1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98FF3-4156-8A96-14CD-E48AF88E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5261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E901-89FD-60A5-E494-C6B681075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D17B5-AB89-AFB4-E651-024D686C1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23164-2646-0F59-FD21-7A79E39E2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C4975-1F7E-B6D0-EBF7-65DC9166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025E5-D0FC-A22A-9E15-A526FD6F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F1BB9-A688-5CB8-C125-A3CA5252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1896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0000-630E-4D2E-763B-C19CDA87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EA29F-10EC-19EA-F022-FD96E70437E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7F065-A19C-DE6D-62BC-BB69299AA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BAC98-EA41-BDEF-64A0-F2B518B3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92724-EA4A-E185-A21A-84CBA53C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ACEAD-ECF7-2EF6-B94F-384F67C7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8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0A8D-FBD1-C172-D7AE-1ACEC4AF5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86B5F-4E0D-541D-1AC3-0F7BD6535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43F30-4169-1F8F-8B32-EECC9C2E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E3142-61B6-3D9B-D6DE-47AD0F33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AEAAE-07C9-AAB0-DD07-C779243E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62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09B50E-F5D5-1243-2DE3-F28E26A1A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14180-0451-16B4-5E83-0EF3900B1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8D7CD-B2E7-7620-371A-63D58E98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D486F-3469-6326-35F1-6A074C30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60A3-9CAD-A6F5-464A-805DA04EF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460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F432B1-81A0-C14F-F8E4-529B082E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54121-AEC4-1735-862B-D95A5FCA0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6B929-22FB-843B-F883-99CE80A65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59168-3B83-4DA1-A0A8-26031E8CECC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7F63E-004F-384C-5F77-7DCD06975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BD563-6A75-9C89-2AE6-352E969EB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79AEBE-0DFA-4F0F-A504-644466C55E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488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FE3DBE5-858F-0A0C-6371-88DAEF306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6470421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396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2026-10-12T02:23:22Z</dcterms:created>
  <dcterms:modified xsi:type="dcterms:W3CDTF">2026-10-12T02:23:28Z</dcterms:modified>
</cp:coreProperties>
</file>