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207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930-4076-A5CA-8E52990AEF1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930-4076-A5CA-8E52990AEF1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930-4076-A5CA-8E52990AEF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860410144"/>
        <c:axId val="1870817536"/>
      </c:barChart>
      <c:catAx>
        <c:axId val="18604101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70817536"/>
        <c:crosses val="autoZero"/>
        <c:auto val="1"/>
        <c:lblAlgn val="ctr"/>
        <c:lblOffset val="100"/>
        <c:noMultiLvlLbl val="0"/>
      </c:catAx>
      <c:valAx>
        <c:axId val="18708175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604101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D5056-BF2C-AEE6-F9D5-F083CAABBC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1014A9-45D5-D26D-4E5C-4F826D99CD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5F47D3-E482-4EF7-D012-E35D2F0AD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64A66-C5F7-4121-95FA-CC4ACC552408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F30238-2939-EAD0-672D-8AC21CA9E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248502-015B-502A-3E42-D3FFF4971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2EB47-2125-41C9-B787-F0836800D38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95780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714EE-EC9A-ACF9-7FA3-14DFF5184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EB5F96-E1D3-0170-7E6F-3E82DE287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A84EE-0A5C-D2DF-2BD0-00640CB12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64A66-C5F7-4121-95FA-CC4ACC552408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856CFC-6BBA-9D2E-CDBA-61DFD8BAB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68E641-E945-8A2C-BEEC-E8C45B0A5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2EB47-2125-41C9-B787-F0836800D38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19066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458CF-41E5-F487-8309-598F3BEF2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3E1729-DBA5-86F1-2D16-FDB442CBCE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FB805A-0E93-98AD-EB6A-5EA22E3F1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64A66-C5F7-4121-95FA-CC4ACC552408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304EB3-36A1-7D01-7A6F-0F7329A7E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A31435-8596-C0D3-5BE5-E5E32D0DB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2EB47-2125-41C9-B787-F0836800D38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54543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1940B-3D57-8D90-7412-973AF3936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48B259-F184-F4E3-DC06-BF7013B60B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5B8769-EFCD-3E42-695C-8902D87C03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8E682E-66B9-B1D4-0CD1-7FB83A3F1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64A66-C5F7-4121-95FA-CC4ACC552408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B72140-DA03-BFC1-81B7-2EA63B390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EF5F60-EC3C-16AE-066F-3F7EA9803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2EB47-2125-41C9-B787-F0836800D38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86629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E8A71-D24A-4960-84C8-D41A5BED2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414F04-4D72-FD39-DA40-C05B1F04D2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778E04-3926-A145-F639-ADAA44F293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10B8FE-07BD-BF06-A02F-8BD2377F35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4F28D6-56CB-DC0F-583A-F27C91746E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37EBE6-B4E0-9D7A-9057-847C78F0A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64A66-C5F7-4121-95FA-CC4ACC552408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EE8642-EAD3-C543-AE08-0CF45DFA1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444BAC-8678-CC18-C9DC-0886BDE70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2EB47-2125-41C9-B787-F0836800D38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56309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21B89-B04F-14B4-320C-D108F6EF8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A512A9-2D8C-577A-3A3A-62C0AC968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64A66-C5F7-4121-95FA-CC4ACC552408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82E3C7-8A7F-FF23-B572-6D250A9D7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96F740-5A92-3A24-800B-6CB22F575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2EB47-2125-41C9-B787-F0836800D38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11102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12FB4A-3EA5-D174-5D82-40289DB84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64A66-C5F7-4121-95FA-CC4ACC552408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C8ECD2-20AD-94D0-0723-BCC5DB095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2065C1-0D7A-85DC-8A58-DD6887563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2EB47-2125-41C9-B787-F0836800D38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55165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B6F00-C6F2-FB1E-1DCA-5BE4E42D6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9D5EA-9289-675C-2408-27F9A042A0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6186E7-DC13-11DC-5B61-C38C93B1C6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039169-DF8E-9013-8D90-9FA9B120E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64A66-C5F7-4121-95FA-CC4ACC552408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2AEB8B-21B8-F85D-97C9-BB7B64BD2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8FB1A2-70A9-97A3-8C89-DAD0385AB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2EB47-2125-41C9-B787-F0836800D38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12560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FFCF8-DCDA-BA64-7D13-CFBE4B059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D061AB-4687-2E9D-A430-7EFF8CDA3DFF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D8DB30-65C2-5CE1-2FA5-B7A24F9754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F95730-1D4D-2014-74BA-52B98B98B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64A66-C5F7-4121-95FA-CC4ACC552408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F7BDA7-EF3B-5306-DB13-9A6ACBF54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405C38-D836-8585-4B4C-1E259E6C3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2EB47-2125-41C9-B787-F0836800D38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2257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C1401-B70E-E7C2-385F-8E9931095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EC0B90-A521-DA5B-A7B3-7E172E3037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19CF51-AAED-317A-CA85-D2B5060D1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64A66-C5F7-4121-95FA-CC4ACC552408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74E4FF-AB1D-52E8-4377-F38D9E391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F43EBD-3C8C-58EA-6EEA-E230EE71F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2EB47-2125-41C9-B787-F0836800D38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05786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EFDD6B-9C68-F57A-441E-EAB9779CA4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D655DD-6418-DDB3-AB75-82EA349E5C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F59234-35BB-15AE-8750-01AD790E2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64A66-C5F7-4121-95FA-CC4ACC552408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BB31AB-BC47-0EE7-4941-6EC7E117E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094656-5333-CB2C-FDF0-BA95B7570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2EB47-2125-41C9-B787-F0836800D38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073772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145F61-0DCB-EBE5-D6A1-60A8D7583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FE374D-AAE9-F3BC-4114-CF4B1AE090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88EAB1-03AF-6BF5-2FF1-988E46E4C9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664A66-C5F7-4121-95FA-CC4ACC552408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F94EE1-BA3D-417D-DF65-7D7FA2E57B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2F2357-EA53-7A27-A402-ECD2BF6039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02EB47-2125-41C9-B787-F0836800D38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28276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DCDF3962-253F-569A-3DE2-82FEB93A0AB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08458402"/>
              </p:ext>
            </p:extLst>
          </p:nvPr>
        </p:nvGraphicFramePr>
        <p:xfrm>
          <a:off x="1270000" y="1270000"/>
          <a:ext cx="54864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3898331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Author A</dc:creator>
  <cp:lastModifiedBy>Author A</cp:lastModifiedBy>
  <cp:revision>1</cp:revision>
  <dcterms:created xsi:type="dcterms:W3CDTF">2026-10-12T02:23:28Z</dcterms:created>
  <dcterms:modified xsi:type="dcterms:W3CDTF">2026-10-12T02:23:33Z</dcterms:modified>
</cp:coreProperties>
</file>