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7C-4CDA-AE4E-B07F633BF8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7C-4CDA-AE4E-B07F633BF8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7C-4CDA-AE4E-B07F633BF8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79216944"/>
        <c:axId val="1720166176"/>
      </c:lineChart>
      <c:catAx>
        <c:axId val="107921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0166176"/>
        <c:crosses val="autoZero"/>
        <c:auto val="1"/>
        <c:lblAlgn val="ctr"/>
        <c:lblOffset val="100"/>
        <c:noMultiLvlLbl val="0"/>
      </c:catAx>
      <c:valAx>
        <c:axId val="1720166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921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0A72-B16B-A6DB-6143-AF1DD59CC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0C46E-546E-38E0-C23A-85EFE4918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FD129-EE58-BB5D-A53B-2EE024AA1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A236F-850A-6B52-FDE0-2980F308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C8859-86EE-4ED7-39A7-00B99FD8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67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4726-F84A-433C-2B52-9B0E9178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6E7FA-4942-5A34-E0E5-13E501087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8D97B-4A0A-CA66-1E12-D3D1C0EB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FAC24-CDF9-B144-EAFC-99CE84C9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2ACE5-1D92-4F73-BD46-7F4A56A0D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492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96DB-CEA3-DF64-1239-67EFBFDCC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CA685-3F02-5812-2141-20EA3D3CF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774FF-0867-85BF-4C2E-8B28B880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B212A-665F-6F76-20D3-E63316517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78455-74F9-766B-6414-0700E886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08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5E38-E62B-587F-F32F-90A1B34E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133E1-DEC6-1A49-0A24-6906E48C2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6FF1A-FB6D-B484-5EE5-BE3F91A74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D4403-4EF3-66ED-D7E8-5D7A6B85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E7196-C2F1-57CF-5445-14D19CC16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4A369-1A07-7326-B1C8-B56F0E65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441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01EA-975B-1A05-5181-60C013B51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BC998-5D82-A961-C370-075B06F0F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3AF44-9CC1-2957-0D4E-798073EE7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FDB49-2CC2-EDA4-DA0A-60A691E82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F842E-F28B-12EF-CA30-024A64782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8E6AB-B141-2169-9214-D5FD3F8F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9956D-C647-1B52-5FA3-9D71046A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C09080-ADDE-FD9D-A3DF-CA95C3FA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493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A8A2-20FE-EAF6-9F16-8BA90C2E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24E57-8A91-A87D-9450-708DB256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8AF81-D75F-BDDA-88B9-424E7CA3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2155F-D949-0802-A289-D15AD730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317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2FF11-CB47-9732-39C9-2D2BA197E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87367-E211-82E5-96B9-3993B3527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C52D0-6145-A4E0-4250-7E35C006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413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74A1-01A3-0400-245E-884DD1CC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2DB10-F55A-4199-C8B2-1E57AD9C0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A2DF1-DB96-7BB5-6EA0-7246396D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C2445-63D2-91CC-F27C-682F4172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AEB72-DE8C-141D-1367-1A7B191E3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8760D-1A55-54A2-D455-068C32C5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84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A80AB-70D5-5447-4C9B-859217833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3B5758-132C-9817-D96B-ACCB1570B53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C2C4C-E69E-561C-5B44-5DA115FD0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FA69E-7971-9959-4C35-1EAA46EA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43BC9-78D0-F145-2DE3-1DED2DA0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358DB-191C-173A-A2B3-524459A1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7676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E754-C83B-F0F5-184A-A9481479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BF45D-DE29-1676-1A18-FEEE3D106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A2509-9869-B2D4-2996-4F2E5F7D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D4B5C-CD42-DEA4-C031-DC07841B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1B612-F44C-F93A-6491-22C8D855E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9799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58B7A9-3313-B0A4-99C5-91B3CA446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1F977-32AC-2BC9-037A-113F53260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0863-920F-926D-66AA-9B2B4003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11756-F89E-B213-88CD-9DA99ECF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B9B26-710B-EE1E-FC80-0AAD433F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34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8F2033-ED60-2063-9C07-210066B2F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AABFD-A88A-7C75-8AD2-DF9A41419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FC355-07E4-4411-2E0D-A2018C06B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82A167-FA08-4E9D-959B-4F78843D4D3E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B0E49-3FAD-A4C3-9CD1-96DB55AF9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F1B3B-8F2A-0784-C1B3-DCDA0354E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0475E-F1FE-459C-8EA7-A12B62F36E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057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ACB2046-4983-F0D3-EEA5-03EDE9FCA8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678560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34435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2026-10-12T02:23:59Z</dcterms:created>
  <dcterms:modified xsi:type="dcterms:W3CDTF">2026-10-12T02:24:04Z</dcterms:modified>
</cp:coreProperties>
</file>