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207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32F-4F9F-9D61-377964FC754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6E005-29BB-3464-E767-A931187373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61407D-6024-3AC3-02A0-8C59D0081D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F32079-8099-4ADC-039A-0FE1E84A2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C4604-0256-45D3-85AD-1F81B6CAC762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F71418-A05A-AB11-FF6F-67000FAC1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4CD89C-ECC2-1E17-4723-850EC20E3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87C49-A29D-4794-B803-89CCDBA052A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7913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4E033-5291-0E64-F59A-656789EA8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2E13C8-A57A-C1EA-325E-264405E674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551E89-17B4-FA47-006F-BCF95D7F2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C4604-0256-45D3-85AD-1F81B6CAC762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0142E0-10DA-7156-91D4-A4FB182F0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FDB1FD-D590-557F-3E53-862FDB19E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87C49-A29D-4794-B803-89CCDBA052A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4193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93837-2DE8-AC68-27D7-6DEB0046A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E450A2-010A-7E96-816A-6837C882A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779AAB-90FE-BA82-EB72-58030BE85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C4604-0256-45D3-85AD-1F81B6CAC762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3EE5CA-C53C-8E6E-656F-650AF38B2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7E387-4934-F431-0461-CB2C024D1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87C49-A29D-4794-B803-89CCDBA052A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89260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810B0-4CD4-C639-069B-29A3050A8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98D63-C23E-395A-38F6-DBBBE5F9F6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1C262-4CDC-169A-235B-6C80E71EC0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2DB94F-BE96-6D20-B3E1-0C825C10E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C4604-0256-45D3-85AD-1F81B6CAC762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6431A7-C30E-5582-6A92-379389519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6C1C46-0538-0958-8EDC-8DD59A3BC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87C49-A29D-4794-B803-89CCDBA052A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44952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DCECE-2F73-DEBC-8EFE-5F111D788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E1C8DF-EF15-10FD-FC0F-3D3F7584FA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F89E4A-2D47-CF72-1C33-2BCB23E8DC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A3930A-09FC-06CE-8F09-0EA5B6CEAA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5913FD-906D-FD2E-858C-2D2ADD416B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2C9DF1-1CC5-EE38-B6EA-FB7052F7A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C4604-0256-45D3-85AD-1F81B6CAC762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97C120-753A-818E-AFA2-8FFA1AE12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7192AA-CE0E-E2A1-07B2-61CD2EAC4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87C49-A29D-4794-B803-89CCDBA052A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1458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1AE45-E00D-8334-16D7-8FED42560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5E280D-5A19-DE12-DB6E-736D6CDA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C4604-0256-45D3-85AD-1F81B6CAC762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F23F3F-608A-20DF-8604-59950FEEC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0DC3A9-E7D2-8978-0503-FE40D313F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87C49-A29D-4794-B803-89CCDBA052A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38068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70B60D-709B-06FD-2781-8A2492E43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C4604-0256-45D3-85AD-1F81B6CAC762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6637ED-617C-B4AC-D892-2DF4404BE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F897C2-AAE1-5F0C-A51D-CDAFB5B77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87C49-A29D-4794-B803-89CCDBA052A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32986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CED5E-EE76-D3F6-EE54-1AA0C2B14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91D00-7480-1B89-587D-968B77FF5B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1200B9-6C9E-6870-5BCB-56EB7E63AE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F2EB69-8D87-68FA-2E94-A1D935D95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C4604-0256-45D3-85AD-1F81B6CAC762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FF6D20-3862-AFB1-83DA-BCB13D35B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AFB3DB-D4DF-2183-0C08-536952399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87C49-A29D-4794-B803-89CCDBA052A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06964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39CFF-0288-AFFE-3D8A-2D3FE6C1A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E6F7E9-7545-E68C-058B-3A49C6EA59F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B34F09-647F-E136-5BA5-B5962BC083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69BA3A-684C-F1C3-053C-9BB3FDFF7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C4604-0256-45D3-85AD-1F81B6CAC762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AD4771-849C-E8D7-F954-DD556EB4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4ECDFD-DC45-CF0D-9AA2-F9274E269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87C49-A29D-4794-B803-89CCDBA052A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89621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9ED65-B992-89D5-A511-5F3F4484F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4F01F7-8756-59F7-6987-F0E31DF980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4BEACB-1B53-7558-E2DB-3867D0CBB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C4604-0256-45D3-85AD-1F81B6CAC762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036A94-3FF3-7F79-F0B2-3C53B91BF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C26E99-E354-EA63-5413-996A67973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87C49-A29D-4794-B803-89CCDBA052A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1711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EE3136-6A62-2CB2-49A5-79824983F8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BB0AAF-2C4A-FF1E-3D85-B64160A2DA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A28E18-6088-064B-4996-FEB2BE91C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C4604-0256-45D3-85AD-1F81B6CAC762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2A9A09-3564-DF24-6545-C98521E82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FEBEDE-E73F-563F-A380-346B46681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87C49-A29D-4794-B803-89CCDBA052A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20731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13E028-7D07-E0BB-BCE3-45F13F5AD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E6585B-9EA4-0C9C-F24A-462E45A756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DC1EDF-BAEB-7F23-0308-01D2657F53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AC4604-0256-45D3-85AD-1F81B6CAC762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C44E18-D0DC-DED3-0AC4-CFAB3B3AA3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74340A-D9DB-BC8A-1139-40D2080BC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C87C49-A29D-4794-B803-89CCDBA052A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20348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80A07A7C-1B0E-1491-9466-C01EA5D02C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69735165"/>
              </p:ext>
            </p:extLst>
          </p:nvPr>
        </p:nvGraphicFramePr>
        <p:xfrm>
          <a:off x="1270000" y="1270000"/>
          <a:ext cx="54864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1818863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Author A</dc:creator>
  <cp:lastModifiedBy>Author A</cp:lastModifiedBy>
  <cp:revision>1</cp:revision>
  <dcterms:created xsi:type="dcterms:W3CDTF">2026-10-12T02:24:04Z</dcterms:created>
  <dcterms:modified xsi:type="dcterms:W3CDTF">2026-10-12T02:24:09Z</dcterms:modified>
</cp:coreProperties>
</file>