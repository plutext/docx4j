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3F2-47F2-B985-EC6886A042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79227152"/>
        <c:axId val="1870851136"/>
      </c:scatterChart>
      <c:valAx>
        <c:axId val="10792271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0851136"/>
        <c:crosses val="autoZero"/>
        <c:crossBetween val="midCat"/>
      </c:valAx>
      <c:valAx>
        <c:axId val="1870851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922715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48392-0F7A-CB2C-EBAC-C5EA7CEFB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FA2A57-1C96-81FB-8AD7-0ACE318B5D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0B919-732C-C2D0-1E2A-CAC642F72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6B89-C108-44EF-99E1-F46F75E69EAD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28C8B-4FA3-38FB-6217-9E98AD3B5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20821-C390-F785-5ACD-130AB26D8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D1C9-59CD-4FE9-B8DC-EE69138069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1012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A7D7B-1F5B-136C-06E4-0A8FCFA85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46086-783A-4DED-0A37-FCC0F6381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C2E73-5243-4E29-9B57-4B82B5A45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6B89-C108-44EF-99E1-F46F75E69EAD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1729D-5A2F-AF7E-6B89-2A7228FDC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E71C6-4903-E1D1-CAD1-DB205446A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D1C9-59CD-4FE9-B8DC-EE69138069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308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7874C-0477-AAD0-C97F-617D6B031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92656-ED85-B4C8-4526-B6EE47362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8770D-78A3-9499-B3F9-5E655CB0F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6B89-C108-44EF-99E1-F46F75E69EAD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32A5E-5514-B8E1-BC6D-9DF25329B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8748C-B460-F111-C15C-8D4230FEC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D1C9-59CD-4FE9-B8DC-EE69138069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4986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98D9B-B636-499B-4CA1-E17661565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BD8A1-5177-F99E-FDB6-7D9C9569B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06962-02D6-4B1C-A515-ABB3913DD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1C8F8-6963-4AB1-BA26-A57A8C00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6B89-C108-44EF-99E1-F46F75E69EAD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707FF-7BAB-E5E0-7C07-69F572396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5A49E-1C49-0817-6892-E47D1E877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D1C9-59CD-4FE9-B8DC-EE69138069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94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7FF8C-D14A-DA18-ABBD-569DEA8F9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3496A-2171-71F4-E847-3D9F99D7F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BB47A8-7A33-9C77-696A-B69FA06A2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B8366F-98B4-E036-FC10-2A8F856536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ED0E67-0C3F-A705-36C7-EAE332E9C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16C626-484D-D971-BB40-198D98659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6B89-C108-44EF-99E1-F46F75E69EAD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8853E5-4DEA-8153-0043-9F7C5C393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4A61AD-D358-2C1A-9F75-949158FFB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D1C9-59CD-4FE9-B8DC-EE69138069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524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AC838-1844-A6CA-B817-F7AAE75FF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BB3684-E2CE-47BB-1151-68962AB5B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6B89-C108-44EF-99E1-F46F75E69EAD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315C03-C4D9-60BC-17AE-86EA019ED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EC9CBB-EB82-4FA0-1CE3-1F0A8CAA6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D1C9-59CD-4FE9-B8DC-EE69138069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0376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E677AC-8D7E-9A8C-EE5E-7B79781D0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6B89-C108-44EF-99E1-F46F75E69EAD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CF90AC-3092-E1B3-DEEE-455D3BBFA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C4DD1-612A-A74C-4958-209DB67BD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D1C9-59CD-4FE9-B8DC-EE69138069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5653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BC37-07CB-2F78-3775-FCD191C2B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D3B6D-1FFC-DC26-BDBD-28B1B2BA0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2B30C4-45D6-81B0-4D4A-4925885AD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ABDF4-37BB-2F3B-DD89-0A2EED885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6B89-C108-44EF-99E1-F46F75E69EAD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34741-BCC8-60C3-30D4-6C0499AB7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8429B-CE44-ED1B-CC60-917C9E7A0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D1C9-59CD-4FE9-B8DC-EE69138069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8889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7B808-44E8-1A2D-2ACF-6E5EA060A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00B60E-A042-D3ED-2F9D-9BC0E0AD528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9E41FA-D573-9B46-3A82-8E336A5B7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ED993-EE91-5166-4EFD-4B9BF4B3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6B89-C108-44EF-99E1-F46F75E69EAD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BE1B8F-8C63-5E44-6405-38090ECAC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FD620-8BCC-C62B-6990-E2EB8C2F4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D1C9-59CD-4FE9-B8DC-EE69138069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07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CCC7C-F6E8-BE66-731A-6B63890E6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014F2-A9E3-1467-7F6E-F329BBF0E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9C393-593D-0BAB-A95D-6FF32B6A7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6B89-C108-44EF-99E1-F46F75E69EAD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F4A7F-AD47-E193-18B2-018D4C003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1C676-522D-9199-D3E5-0412DD9DA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D1C9-59CD-4FE9-B8DC-EE69138069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3137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23F246-885A-85F8-61AE-D58A90EDEC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EB298B-82C9-6CCD-7182-5E8E3F6173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E35A1-D474-A309-EEB9-7A4451751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6B89-C108-44EF-99E1-F46F75E69EAD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D9C75-BE52-FF9D-DC71-E93DA136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E4E66-59DB-AC84-C237-06620C11F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FD1C9-59CD-4FE9-B8DC-EE69138069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4556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6FB2C1-2928-EA2F-1B21-258BEAD61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9BA6C-0C92-CDDC-ADEA-964CDC58E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CB65C-4A39-8E43-07B1-B63EE0039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986B89-C108-44EF-99E1-F46F75E69EAD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16225-F74A-B8FE-749F-585DCFD03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798D8-EDF0-FABA-8CBE-7DC1893F4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FD1C9-59CD-4FE9-B8DC-EE69138069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6135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D0207F8-AAE1-217B-AC06-A42B8B028D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5387647"/>
              </p:ext>
            </p:extLst>
          </p:nvPr>
        </p:nvGraphicFramePr>
        <p:xfrm>
          <a:off x="1270000" y="12700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53293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 A</dc:creator>
  <cp:lastModifiedBy>Author A</cp:lastModifiedBy>
  <cp:revision>1</cp:revision>
  <dcterms:created xsi:type="dcterms:W3CDTF">2026-10-12T02:24:19Z</dcterms:created>
  <dcterms:modified xsi:type="dcterms:W3CDTF">2026-10-12T02:24:24Z</dcterms:modified>
</cp:coreProperties>
</file>