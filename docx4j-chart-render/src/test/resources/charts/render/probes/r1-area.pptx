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Override ContentType="application/vnd.openxmlformats-officedocument.drawingml.chart+xml" PartName="/ppt/charts/chart1.xml"/>
  <Override ContentType="application/vnd.ms-office.chartcolorstyle+xml" PartName="/ppt/charts/colors1.xml"/>
  <Override ContentType="application/vnd.ms-office.chartstyle+xml" PartName="/ppt/charts/style1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
<Relationships xmlns="http://schemas.openxmlformats.org/package/2006/relationships">
    <Relationship Target="ppt/presentation.xml" Type="http://schemas.openxmlformats.org/officeDocument/2006/relationships/officeDocument" Id="rId1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>
  <p:sldMasterIdLst>
    <p:sldMasterId id="4289010450" r:id="rId1"/>
  </p:sldMasterIdLst>
  <p:sldIdLst>
    <p:sldId id="1994160976" r:id="rId3"/>
  </p:sldIdLst>
  <p:sldSz cx="9906000" cy="6858000" type="A4"/>
  <p:notesSz cx="6858000" cy="9144000"/>
</p:presentation>
</file>

<file path=ppt/_rels/presentation.xml.rels><?xml version="1.0" encoding="UTF-8" standalone="yes"?>
<Relationships xmlns="http://schemas.openxmlformats.org/package/2006/relationships">
    <Relationship Target="slideMasters/slideMaster1.xml" Type="http://schemas.openxmlformats.org/officeDocument/2006/relationships/slideMaster" Id="rId1"/>
    <Relationship Target="theme/theme1.xml" Type="http://schemas.openxmlformats.org/officeDocument/2006/relationships/theme" Id="rId2"/>
    <Relationship Target="slides/slide1.xml" Type="http://schemas.openxmlformats.org/officeDocument/2006/relationships/slide" Id="rId3"/>
</Relationships>

</file>

<file path=ppt/charts/_rels/chart1.xml.rels><?xml version="1.0" encoding="UTF-8" standalone="yes"?>
<Relationships xmlns="http://schemas.openxmlformats.org/package/2006/relationships">
    <Relationship Target="style1.xml" Type="http://schemas.microsoft.com/office/2011/relationships/chartStyle" Id="rId1"/>
    <Relationship Target="colors1.xml" Type="http://schemas.microsoft.com/office/2011/relationships/chartColorStyle" Id="rId2"/>
    <Relationship Target="../embeddings/Microsoft_Excel_Worksheet.xlsx" Type="http://schemas.openxmlformats.org/officeDocument/2006/relationships/package" Id="rId3"/>
</Relationships>

</file>

<file path=ppt/charts/chart1.xml><?xml version="1.0" encoding="utf-8"?>
<c:chartSpac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>
  <c:date1904 val="false"/>
  <c:lang val="en-US"/>
  <c:roundedCorners val="false"/>
  <mc:AlternateContent>
    <mc:Choice Requires="c14">
      <c14:style val="102"/>
    </mc:Choice>
    <mc:Fallback>
      <c:style xmlns:c16r2="http://schemas.microsoft.com/office/drawing/2015/06/chart" val="2"/>
    </mc:Fallback>
  </mc:AlternateContent>
  <c:chart>
    <c:autoTitleDeleted val="false"/>
    <c:plotArea>
      <c:layout/>
      <c:areaChart>
        <c:grouping val="standard"/>
        <c:varyColors val="false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0-30BC-5244-B0BF-BA8671347F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1-30BC-5244-B0BF-BA8671347F87}"/>
            </c:ext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</c:dLbls>
        <c:axId val="939213878"/>
        <c:axId val="1088354686"/>
      </c:areaChart>
      <c:dateAx>
        <c:axId val="939213878"/>
        <c:scaling>
          <c:orientation val="minMax"/>
        </c:scaling>
        <c:delete val="false"/>
        <c:axPos val="b"/>
        <c:numFmt formatCode="m/d/yyyy" sourceLinked="true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8354686"/>
        <c:crosses val="autoZero"/>
        <c:auto val="true"/>
        <c:lblOffset val="100"/>
        <c:baseTimeUnit val="months"/>
      </c:dateAx>
      <c:valAx>
        <c:axId val="1088354686"/>
        <c:scaling>
          <c:orientation val="minMax"/>
        </c:scaling>
        <c:delete val="false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true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921387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false"/>
      <c:spPr>
        <a:noFill/>
        <a:ln>
          <a:noFill/>
        </a:ln>
        <a:effectLst/>
      </c:spPr>
      <c:txPr>
        <a:bodyPr rot="0" spcFirstLastPara="true" vertOverflow="ellipsis" vert="horz" wrap="square" anchor="ctr" anchorCtr="true"/>
        <a:lstStyle/>
        <a:p>
          <a:pPr>
            <a:defRPr sz="1197" b="false" i="false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true"/>
    <c:dispBlanksAs val="zero"/>
    <c:showDLblsOverMax val="false"/>
    <c:extLst>
      <c:ext uri="{56B9EC1D-385E-4148-901F-78D8002777C0}">
        <c16r3:dataDisplayOptions16>
          <c16r3:dispNaAsBlank val="true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false"/>
  </c:externalData>
</c:chartSpace>
</file>

<file path=ppt/charts/colors1.xml><?xml version="1.0" encoding="utf-8"?>
<cs:color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true" vertOverflow="clip" horzOverflow="clip" vert="horz" wrap="square" lIns="36576" tIns="18288" rIns="36576" bIns="18288" anchor="ctr" anchorCtr="true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false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theme/theme1.xml" Type="http://schemas.openxmlformats.org/officeDocument/2006/relationships/theme" Id="rId2"/>
</Relationships>

</file>

<file path=ppt/slideMasters/slideMaster1.xml><?xml version="1.0" encoding="utf-8"?>
<p:sldMaster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207334025" r:id="rId1"/>
  </p:sldLayoutIdLst>
</p:sldMaster>
</file>

<file path=ppt/slides/_rels/slide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charts/chart1.xml" Type="http://schemas.openxmlformats.org/officeDocument/2006/relationships/chart" Id="rId2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id="{BD182FA9-27C3-93A1-1E9F-CA7505BF65DD}"/>
              </a:ext>
            </a:extLst>
          </p:cNvPr>
          <p:cNvGraphicFramePr/>
          <p:nvPr>
            <p:extLst>
              <p:ext uri="{D42A27DB-BD31-4B8C-83A1-F6EECF244321}">
                <p14:modId val="1873288313"/>
              </p:ext>
            </p:extLst>
          </p:nvPr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r:id="rId2"/>
          </a:graphicData>
        </a:graphic>
      </p:graphicFrame>
    </p:spTree>
  </p:cSld>
</p:sld>
</file>

<file path=ppt/theme/theme1.xml><?xml version="1.0" encoding="utf-8"?>
<a:them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