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Override ContentType="application/vnd.openxmlformats-officedocument.drawingml.chart+xml" PartName="/ppt/charts/chart1.xml"/>
  <Override ContentType="application/vnd.ms-office.chartcolorstyle+xml" PartName="/ppt/charts/colors1.xml"/>
  <Override ContentType="application/vnd.ms-office.chartstyle+xml" PartName="/ppt/charts/style1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theme+xml" PartName="/ppt/theme/theme1.xml"/>
</Types>
</file>

<file path=_rels/.rels><?xml version="1.0" encoding="UTF-8" standalone="yes"?>
<Relationships xmlns="http://schemas.openxmlformats.org/package/2006/relationships">
    <Relationship Target="ppt/presentation.xml" Type="http://schemas.openxmlformats.org/officeDocument/2006/relationships/officeDocument" Id="rId1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>
  <p:sldMasterIdLst>
    <p:sldMasterId id="3709101011" r:id="rId1"/>
  </p:sldMasterIdLst>
  <p:sldIdLst>
    <p:sldId id="187219346" r:id="rId3"/>
  </p:sldIdLst>
  <p:sldSz cx="9906000" cy="6858000" type="A4"/>
  <p:notesSz cx="6858000" cy="9144000"/>
</p:presentation>
</file>

<file path=ppt/_rels/presentation.xml.rels><?xml version="1.0" encoding="UTF-8" standalone="yes"?>
<Relationships xmlns="http://schemas.openxmlformats.org/package/2006/relationships">
    <Relationship Target="slideMasters/slideMaster1.xml" Type="http://schemas.openxmlformats.org/officeDocument/2006/relationships/slideMaster" Id="rId1"/>
    <Relationship Target="theme/theme1.xml" Type="http://schemas.openxmlformats.org/officeDocument/2006/relationships/theme" Id="rId2"/>
    <Relationship Target="slides/slide1.xml" Type="http://schemas.openxmlformats.org/officeDocument/2006/relationships/slide" Id="rId3"/>
</Relationships>

</file>

<file path=ppt/charts/_rels/chart1.xml.rels><?xml version="1.0" encoding="UTF-8" standalone="yes"?>
<Relationships xmlns="http://schemas.openxmlformats.org/package/2006/relationships">
    <Relationship Target="style1.xml" Type="http://schemas.microsoft.com/office/2011/relationships/chartStyle" Id="rId1"/>
    <Relationship Target="colors1.xml" Type="http://schemas.microsoft.com/office/2011/relationships/chartColorStyle" Id="rId2"/>
    <Relationship Target="../embeddings/Microsoft_Excel_Worksheet.xlsx" Type="http://schemas.openxmlformats.org/officeDocument/2006/relationships/package" Id="rId3"/>
</Relationships>

</file>

<file path=ppt/charts/chart1.xml><?xml version="1.0" encoding="utf-8"?>
<c:chartSpac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>
  <c:date1904 val="false"/>
  <c:lang val="en-US"/>
  <c:roundedCorners val="false"/>
  <mc:AlternateContent>
    <mc:Choice Requires="c14">
      <c14:style val="102"/>
    </mc:Choice>
    <mc:Fallback>
      <c:style xmlns:c16r2="http://schemas.microsoft.com/office/drawing/2015/06/chart" val="2"/>
    </mc:Fallback>
  </mc:AlternateContent>
  <c:chart>
    <c:autoTitleDeleted val="false"/>
    <c:plotArea>
      <c:layout/>
      <c:barChart>
        <c:barDir val="bar"/>
        <c:grouping val="clustered"/>
        <c:varyColors val="false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0-DA1C-C167-F21F-F30FF27729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1-DA1C-C167-F21F-F30FF27729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false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uri="{C3380CC4-5D6E-409C-BE32-E72D297353CC}">
              <c16:uniqueId xmlns:c16r2="http://schemas.microsoft.com/office/drawing/2015/06/chart" val="{00000002-DA1C-C167-F21F-F30FF27729A2}"/>
            </c:ext>
          </c:extLst>
        </c:ser>
        <c:dLbls>
          <c:showLegendKey val="false"/>
          <c:showVal val="false"/>
          <c:showCatName val="false"/>
          <c:showSerName val="false"/>
          <c:showPercent val="false"/>
          <c:showBubbleSize val="false"/>
        </c:dLbls>
        <c:gapWidth val="182"/>
        <c:axId val="1097370527"/>
        <c:axId val="1612825158"/>
      </c:barChart>
      <c:catAx>
        <c:axId val="1097370527"/>
        <c:scaling>
          <c:orientation val="minMax"/>
        </c:scaling>
        <c:delete val="false"/>
        <c:axPos val="l"/>
        <c:numFmt formatCode="General" sourceLinked="true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12825158"/>
        <c:crosses val="autoZero"/>
        <c:auto val="true"/>
        <c:lblAlgn val="ctr"/>
        <c:lblOffset val="100"/>
        <c:noMultiLvlLbl val="false"/>
      </c:catAx>
      <c:valAx>
        <c:axId val="1612825158"/>
        <c:scaling>
          <c:orientation val="minMax"/>
        </c:scaling>
        <c:delete val="false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true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true" vertOverflow="ellipsis" vert="horz" wrap="square" anchor="ctr" anchorCtr="true"/>
          <a:lstStyle/>
          <a:p>
            <a:pPr>
              <a:defRPr sz="1197" b="false" i="false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73705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false"/>
      <c:spPr>
        <a:noFill/>
        <a:ln>
          <a:noFill/>
        </a:ln>
        <a:effectLst/>
      </c:spPr>
      <c:txPr>
        <a:bodyPr rot="0" spcFirstLastPara="true" vertOverflow="ellipsis" vert="horz" wrap="square" anchor="ctr" anchorCtr="true"/>
        <a:lstStyle/>
        <a:p>
          <a:pPr>
            <a:defRPr sz="1197" b="false" i="false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true"/>
    <c:dispBlanksAs val="gap"/>
    <c:showDLblsOverMax val="false"/>
    <c:extLst>
      <c:ext uri="{56B9EC1D-385E-4148-901F-78D8002777C0}">
        <c16r3:dataDisplayOptions16>
          <c16r3:dispNaAsBlank val="true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false"/>
  </c:externalData>
</c:chartSpace>
</file>

<file path=ppt/charts/colors1.xml><?xml version="1.0" encoding="utf-8"?>
<cs:color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true" vertOverflow="clip" horzOverflow="clip" vert="horz" wrap="square" lIns="36576" tIns="18288" rIns="36576" bIns="18288" anchor="ctr" anchorCtr="true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false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
<Relationships xmlns="http://schemas.openxmlformats.org/package/2006/relationships">
    <Relationship Target="../slideMasters/slideMaster1.xml" Type="http://schemas.openxmlformats.org/officeDocument/2006/relationships/slideMaster" Id="rId1"/>
</Relationships>

</file>

<file path=ppt/slideLayouts/slideLayout1.xml><?xml version="1.0" encoding="utf-8"?>
<p:sldLayout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theme/theme1.xml" Type="http://schemas.openxmlformats.org/officeDocument/2006/relationships/theme" Id="rId2"/>
</Relationships>

</file>

<file path=ppt/slideMasters/slideMaster1.xml><?xml version="1.0" encoding="utf-8"?>
<p:sldMaster xmlns:v="urn:schemas-microsoft-com:vml" xmlns:p13cmd="http://schemas.microsoft.com/office/powerpoint/2013/main/command" xmlns:dgm1611="http://schemas.microsoft.com/office/drawing/2016/11/diagram" xmlns:xdr="http://schemas.openxmlformats.org/drawingml/2006/spreadsheetDrawing" xmlns:pic="http://schemas.openxmlformats.org/drawingml/2006/picture" xmlns:wp14="http://schemas.microsoft.com/office/word/2010/wordprocessingDrawing" xmlns:a1611="http://schemas.microsoft.com/office/drawing/2016/11/main" xmlns:a16svg="http://schemas.microsoft.com/office/drawing/2016/SVG/main" xmlns:am3d="http://schemas.microsoft.com/office/drawing/2017/model3d" xmlns:p14="http://schemas.microsoft.com/office/powerpoint/2010/main" xmlns:p16="http://schemas.microsoft.com/office/powerpoint/2015/main" xmlns:p15="http://schemas.microsoft.com/office/powerpoint/2012/main" xmlns:mc="http://schemas.openxmlformats.org/markup-compatibility/2006" xmlns:p159="http://schemas.microsoft.com/office/powerpoint/2015/09/main" xmlns:dgm1612="http://schemas.microsoft.com/office/drawing/2016/12/diagram" xmlns:comp="http://schemas.openxmlformats.org/drawingml/2006/compatibility" xmlns:anam3d="http://schemas.microsoft.com/office/drawing/2018/animation/model3d" xmlns:adec="http://schemas.microsoft.com/office/drawing/2017/decorative" xmlns:a18hc="http://schemas.microsoft.com/office/drawing/2018/hyperlinkcolor" xmlns:cdr="http://schemas.openxmlformats.org/drawingml/2006/chartDrawing" xmlns:msink="http://schemas.microsoft.com/ink/2010/main" xmlns:cdr14="http://schemas.microsoft.com/office/drawing/2010/chartDrawing" xmlns:iact="http://schemas.microsoft.com/office/powerpoint/2014/inkAction" xmlns:an18="http://schemas.microsoft.com/office/drawing/2018/animation" xmlns:dsp="http://schemas.microsoft.com/office/drawing/2008/diagram" xmlns:c16r3="http://schemas.microsoft.com/office/drawing/2017/03/chart" xmlns:a15="http://schemas.microsoft.com/office/drawing/2012/main" xmlns:a14="http://schemas.microsoft.com/office/drawing/2010/main" xmlns:a13cmd="http://schemas.microsoft.com/office/drawing/2013/main/command" xmlns:c15="http://schemas.microsoft.com/office/drawing/2012/chart" xmlns:c14="http://schemas.microsoft.com/office/drawing/2007/8/2/chart" xmlns:a16="http://schemas.microsoft.com/office/drawing/2014/main" xmlns:c16="http://schemas.microsoft.com/office/drawing/2014/chart" xmlns:dgm="http://schemas.openxmlformats.org/drawingml/2006/diagram" xmlns:psez="http://schemas.microsoft.com/office/powerpoint/2016/sectionzoom" xmlns:thm15="http://schemas.microsoft.com/office/thememl/2012/main" xmlns:we="http://schemas.microsoft.com/office/webextensions/webextension/2010/11" xmlns:p184="http://schemas.microsoft.com/office/powerpoint/2018/4/main" xmlns:ns31="http://www.w3.org/2003/InkML" xmlns:ns30="http://www.w3.org/1998/Math/MathML" xmlns:wp="http://schemas.openxmlformats.org/drawingml/2006/wordprocessingDrawing" xmlns:psuz="http://schemas.microsoft.com/office/powerpoint/2016/summaryzoom" xmlns:dgm14="http://schemas.microsoft.com/office/drawing/2010/diagram" xmlns:c16ac="http://schemas.microsoft.com/office/drawing/2014/chart/ac" xmlns:a="http://schemas.openxmlformats.org/drawingml/2006/main" xmlns:b="http://schemas.openxmlformats.org/officeDocument/2006/bibliography" xmlns:c="http://schemas.openxmlformats.org/drawingml/2006/chart" xmlns:pslz="http://schemas.microsoft.com/office/powerpoint/2016/slidezoom" xmlns:p173="http://schemas.microsoft.com/office/powerpoint/2017/3/main" xmlns:p="http://schemas.openxmlformats.org/presentationml/2006/main" xmlns:cs="http://schemas.microsoft.com/office/drawing/2012/chartStyle" xmlns:r="http://schemas.openxmlformats.org/officeDocument/2006/relationships" xmlns:p166="http://schemas.microsoft.com/office/powerpoint/2016/6/main" xmlns:p1510="http://schemas.microsoft.com/office/powerpoint/2015/10/main" xmlns:p1710="http://schemas.microsoft.com/office/powerpoint/2017/10/main" xmlns:cx="http://schemas.microsoft.com/office/drawing/2014/chartex" xmlns:pic14="http://schemas.microsoft.com/office/drawing/2010/picture" xmlns:lc="http://schemas.openxmlformats.org/drawingml/2006/lockedCanvas" xmlns:wetp="http://schemas.microsoft.com/office/webextensions/taskpanes/2010/1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3079566816" r:id="rId1"/>
  </p:sldLayoutIdLst>
</p:sldMaster>
</file>

<file path=ppt/slides/_rels/slide1.xml.rels><?xml version="1.0" encoding="UTF-8" standalone="yes"?>
<Relationships xmlns="http://schemas.openxmlformats.org/package/2006/relationships">
    <Relationship Target="../slideLayouts/slideLayout1.xml" Type="http://schemas.openxmlformats.org/officeDocument/2006/relationships/slideLayout" Id="rId1"/>
    <Relationship Target="../charts/chart1.xml" Type="http://schemas.openxmlformats.org/officeDocument/2006/relationships/chart" Id="rId2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4="http://schemas.microsoft.com/office/drawing/2010/main" xmlns:mc="http://schemas.openxmlformats.org/markup-compatibility/2006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wp="http://schemas.openxmlformats.org/drawingml/2006/wordprocessingDrawing" xmlns:wp14="http://schemas.microsoft.com/office/word/2010/wordprocessingDrawing" xmlns:xdr="http://schemas.openxmlformats.org/drawingml/2006/spreadsheetDrawing" xmlns:dsp="http://schemas.microsoft.com/office/drawing/2008/diagram" xmlns:p14="http://schemas.microsoft.com/office/powerpoint/2010/main" xmlns:p15="http://schemas.microsoft.com/office/powerpoint/2012/main" xmlns:p166="http://schemas.microsoft.com/office/powerpoint/2016/6/main" xmlns:a13cmd="http://schemas.microsoft.com/office/drawing/2013/main/command" xmlns:p13cmd="http://schemas.microsoft.com/office/powerpoint/2013/main/command" xmlns:p1510="http://schemas.microsoft.com/office/powerpoint/2015/10/main" xmlns:psez="http://schemas.microsoft.com/office/powerpoint/2016/sectionzoom" xmlns:pslz="http://schemas.microsoft.com/office/powerpoint/2016/slidezoom" xmlns:psuz="http://schemas.microsoft.com/office/powerpoint/2016/summaryzoom" xmlns:p173="http://schemas.microsoft.com/office/powerpoint/2017/3/main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30="http://www.w3.org/1998/Math/MathML" xmlns:ns31="http://www.w3.org/2003/InkML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p159="http://schemas.microsoft.com/office/powerpoint/2015/09/main" xmlns:p16="http://schemas.microsoft.com/office/powerpoint/2015/main" xmlns:p1710="http://schemas.microsoft.com/office/powerpoint/2017/10/main" xmlns:p184="http://schemas.microsoft.com/office/powerpoint/2018/4/main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v="urn:schemas-microsoft-com:vml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id="{D028CBFE-E234-A213-6FEA-5AAF5D9BF4EC}"/>
              </a:ext>
            </a:extLst>
          </p:cNvPr>
          <p:cNvGraphicFramePr/>
          <p:nvPr>
            <p:extLst>
              <p:ext uri="{D42A27DB-BD31-4B8C-83A1-F6EECF244321}">
                <p14:modId val="398679519"/>
              </p:ext>
            </p:extLst>
          </p:nvPr>
        </p:nvGraphicFramePr>
        <p:xfrm>
          <a:off x="914400" y="914400"/>
          <a:ext cx="5486400" cy="3200400"/>
        </p:xfrm>
        <a:graphic>
          <a:graphicData uri="http://schemas.openxmlformats.org/drawingml/2006/chart">
            <c:chart r:id="rId2"/>
          </a:graphicData>
        </a:graphic>
      </p:graphicFrame>
    </p:spTree>
  </p:cSld>
</p:sld>
</file>

<file path=ppt/theme/theme1.xml><?xml version="1.0" encoding="utf-8"?>
<a:theme xmlns:w="http://schemas.openxmlformats.org/wordprocessingml/2006/main" xmlns:w14="http://schemas.microsoft.com/office/word/2010/wordml" xmlns:w16du="http://schemas.microsoft.com/office/word/2023/wordml/word16du" xmlns:w16sdtdh="http://schemas.microsoft.com/office/word/2020/wordml/sdtdatahash" xmlns:w15="http://schemas.microsoft.com/office/word/2012/wordml" xmlns:w16sdtfl="http://schemas.microsoft.com/office/word/2024/wordml/sdtformatlock" xmlns:r="http://schemas.openxmlformats.org/officeDocument/2006/relationships" xmlns:w16se="http://schemas.microsoft.com/office/word/2015/wordml/symex" xmlns:m="http://schemas.openxmlformats.org/officeDocument/2006/math" xmlns:a="http://schemas.openxmlformats.org/drawingml/2006/main" xmlns:wp="http://schemas.openxmlformats.org/drawingml/2006/wordprocessingDrawing" xmlns:wp14="http://schemas.microsoft.com/office/word/2010/wordprocessingDrawing" xmlns:mc="http://schemas.openxmlformats.org/markup-compatibility/2006" xmlns:a14="http://schemas.microsoft.com/office/drawing/2010/main" xmlns:w16cid="http://schemas.microsoft.com/office/word/2016/wordml/cid" xmlns:sl="http://schemas.openxmlformats.org/schemaLibrary/2006/main" xmlns:wne="http://schemas.microsoft.com/office/word/2006/wordml" xmlns:c="http://schemas.openxmlformats.org/drawingml/2006/chart" xmlns:cdr="http://schemas.openxmlformats.org/drawingml/2006/chartDrawing" xmlns:c14="http://schemas.microsoft.com/office/drawing/2007/8/2/chart" xmlns:dgm="http://schemas.openxmlformats.org/drawingml/2006/diagram" xmlns:pic="http://schemas.openxmlformats.org/drawingml/2006/picture" xmlns:xdr="http://schemas.openxmlformats.org/drawingml/2006/spreadsheetDrawing" xmlns:dsp="http://schemas.microsoft.com/office/drawing/2008/diagram" xmlns:o="urn:schemas-microsoft-com:office:office" xmlns:v="urn:schemas-microsoft-com:vml" xmlns:w10="urn:schemas-microsoft-com:office:word" xmlns:xvml="urn:schemas-microsoft-com:office:excel" xmlns:pvml="urn:schemas-microsoft-com:office:powerpoint" xmlns:cppr="http://schemas.microsoft.com/office/2006/coverPageProps" xmlns:odx="http://opendope.org/xpaths" xmlns:odc="http://opendope.org/conditions" xmlns:odq="http://opendope.org/questions" xmlns:oda="http://opendope.org/answers" xmlns:odi="http://opendope.org/components" xmlns:odgm="http://opendope.org/SmartArt/DataHierarchy" xmlns:b="http://schemas.openxmlformats.org/officeDocument/2006/bibliography" xmlns:msink="http://schemas.microsoft.com/ink/2010/main" xmlns:cdr14="http://schemas.microsoft.com/office/drawing/2010/chartDrawing" xmlns:c15="http://schemas.microsoft.com/office/drawing/2012/chart" xmlns:cs="http://schemas.microsoft.com/office/drawing/2012/chartStyle" xmlns:ns43="http://www.w3.org/1998/Math/MathML" xmlns:ns44="http://www.w3.org/2003/InkML" xmlns:a13cmd="http://schemas.microsoft.com/office/drawing/2013/main/command" xmlns:cx="http://schemas.microsoft.com/office/drawing/2014/chartex" xmlns:c16="http://schemas.microsoft.com/office/drawing/2014/chart" xmlns:dgm1611="http://schemas.microsoft.com/office/drawing/2016/11/diagram" xmlns:c16r3="http://schemas.microsoft.com/office/drawing/2017/03/chart" xmlns:am3d="http://schemas.microsoft.com/office/drawing/2017/model3d" xmlns:an18="http://schemas.microsoft.com/office/drawing/2018/animation" xmlns:anam3d="http://schemas.microsoft.com/office/drawing/2018/animation/model3d" xmlns:iact="http://schemas.microsoft.com/office/powerpoint/2014/inkAction" xmlns:thm15="http://schemas.microsoft.com/office/thememl/2012/main" xmlns:wps="http://schemas.microsoft.com/office/word/2010/wordprocessingShape" xmlns:wpc="http://schemas.microsoft.com/office/word/2010/wordprocessingCanvas" xmlns:wpg="http://schemas.microsoft.com/office/word/2010/wordprocessingGroup" xmlns:w16="http://schemas.microsoft.com/office/word/2018/wordml" xmlns:w16cex="http://schemas.microsoft.com/office/word/2018/wordml/cex" xmlns:cei="http://schemas.microsoft.com/office/word/2026/wordml/cei" xmlns:wetp="http://schemas.microsoft.com/office/webextensions/taskpanes/2010/11" xmlns:we="http://schemas.microsoft.com/office/webextensions/webextension/2010/11" xmlns:comp="http://schemas.openxmlformats.org/drawingml/2006/compatibility" xmlns:lc="http://schemas.openxmlformats.org/drawingml/2006/lockedCanvas" xmlns:dgm14="http://schemas.microsoft.com/office/drawing/2010/diagram" xmlns:a15="http://schemas.microsoft.com/office/drawing/2012/main" xmlns:pic14="http://schemas.microsoft.com/office/drawing/2010/picture" xmlns:c16ac="http://schemas.microsoft.com/office/drawing/2014/chart/ac" xmlns:a16="http://schemas.microsoft.com/office/drawing/2014/main" xmlns:a1611="http://schemas.microsoft.com/office/drawing/2016/11/main" xmlns:dgm1612="http://schemas.microsoft.com/office/drawing/2016/12/diagram" xmlns:a16svg="http://schemas.microsoft.com/office/drawing/2016/SVG/main" xmlns:adec="http://schemas.microsoft.com/office/drawing/2017/decorative" xmlns:a18hc="http://schemas.microsoft.com/office/drawing/2018/hyperlinkcolor" xmlns:wp15="http://schemas.microsoft.com/office/word/2012/wordprocessingDrawing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ahoma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