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2157758151" r:id="rId1"/>
  </p:sldMasterIdLst>
  <p:sldIdLst>
    <p:sldId id="641387445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barChart>
        <c:barDir val="col"/>
        <c:grouping val="stacke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485F-0624-A259-1288F129A3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1-485F-0624-A259-1288F129A3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2-485F-0624-A259-1288F129A3AB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150"/>
        <c:overlap val="100"/>
        <c:axId val="1584678507"/>
        <c:axId val="1636025905"/>
      </c:barChart>
      <c:catAx>
        <c:axId val="1584678507"/>
        <c:scaling>
          <c:orientation val="minMax"/>
        </c:scaling>
        <c:delete val="false"/>
        <c:axPos val="b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36025905"/>
        <c:crosses val="autoZero"/>
        <c:auto val="true"/>
        <c:lblAlgn val="ctr"/>
        <c:lblOffset val="100"/>
        <c:noMultiLvlLbl val="false"/>
      </c:catAx>
      <c:valAx>
        <c:axId val="1636025905"/>
        <c:scaling>
          <c:orientation val="minMax"/>
        </c:scaling>
        <c:delete val="false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46785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3433194915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E62B674E-D481-DDD1-D066-B7BBE4D79437}"/>
              </a:ext>
            </a:extLst>
          </p:cNvPr>
          <p:cNvGraphicFramePr/>
          <p:nvPr>
            <p:extLst>
              <p:ext uri="{D42A27DB-BD31-4B8C-83A1-F6EECF244321}">
                <p14:modId val="767228462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