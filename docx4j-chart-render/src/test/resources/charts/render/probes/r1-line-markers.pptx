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2699675465" r:id="rId1"/>
  </p:sldMasterIdLst>
  <p:sldIdLst>
    <p:sldId id="1480248997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autoTitleDeleted val="false"/>
    <c:plotArea>
      <c:layout/>
      <c:lineChart>
        <c:grouping val="standard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false"/>
          <c:extLst>
            <c:ext uri="{C3380CC4-5D6E-409C-BE32-E72D297353CC}">
              <c16:uniqueId xmlns:c16r2="http://schemas.microsoft.com/office/drawing/2015/06/chart" val="{00000000-C199-0924-DB4E-9114E23969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false"/>
          <c:extLst>
            <c:ext uri="{C3380CC4-5D6E-409C-BE32-E72D297353CC}">
              <c16:uniqueId xmlns:c16r2="http://schemas.microsoft.com/office/drawing/2015/06/chart" val="{00000001-C199-0924-DB4E-9114E23969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false"/>
          <c:extLst>
            <c:ext uri="{C3380CC4-5D6E-409C-BE32-E72D297353CC}">
              <c16:uniqueId xmlns:c16r2="http://schemas.microsoft.com/office/drawing/2015/06/chart" val="{00000002-C199-0924-DB4E-9114E23969F2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marker val="true"/>
        <c:smooth val="false"/>
        <c:axId val="1339472714"/>
        <c:axId val="1618671444"/>
      </c:lineChart>
      <c:catAx>
        <c:axId val="1339472714"/>
        <c:scaling>
          <c:orientation val="minMax"/>
        </c:scaling>
        <c:delete val="false"/>
        <c:axPos val="b"/>
        <c:numFmt formatCode="General" sourceLinked="true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8671444"/>
        <c:crosses val="autoZero"/>
        <c:auto val="true"/>
        <c:lblAlgn val="ctr"/>
        <c:lblOffset val="100"/>
        <c:noMultiLvlLbl val="false"/>
      </c:catAx>
      <c:valAx>
        <c:axId val="1618671444"/>
        <c:scaling>
          <c:orientation val="minMax"/>
        </c:scaling>
        <c:delete val="false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true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947271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3562219254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A63288D5-B6EB-93BE-5F8A-5A481F139AC7}"/>
              </a:ext>
            </a:extLst>
          </p:cNvPr>
          <p:cNvGraphicFramePr/>
          <p:nvPr>
            <p:extLst>
              <p:ext uri="{D42A27DB-BD31-4B8C-83A1-F6EECF244321}">
                <p14:modId val="2522937933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