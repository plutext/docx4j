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20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92-437D-BC90-8BFCE78D2C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92-437D-BC90-8BFCE78D2C9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92-437D-BC90-8BFCE78D2C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58068624"/>
        <c:axId val="1870812736"/>
      </c:barChart>
      <c:catAx>
        <c:axId val="18580686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0812736"/>
        <c:crosses val="autoZero"/>
        <c:auto val="1"/>
        <c:lblAlgn val="ctr"/>
        <c:lblOffset val="100"/>
        <c:noMultiLvlLbl val="0"/>
      </c:catAx>
      <c:valAx>
        <c:axId val="18708127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8068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D93D8-E96B-108A-F090-DD19F13353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B51009-F7D2-43A5-2EB5-CD8AF5286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12F57-460D-59BB-9C8E-0AA21C1BD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BEED-2540-40B3-9F65-59BC0C6C2DA9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9DD20-3AF7-CAEA-D1A8-A3651E0C2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36A21-AA11-9E8E-44B3-5EDA4DF50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2F78-9459-461A-A26C-73CA16689B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1357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685F-C578-5554-A840-D579D2A15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711F9-FF69-4EE2-CF4F-A25B0F9E7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443CB-1717-BBF4-9328-23BD9C175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BEED-2540-40B3-9F65-59BC0C6C2DA9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D396D-1E4D-6B40-8DCF-46CDC408D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3D69B-4AC1-B824-28D3-937F2EF76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2F78-9459-461A-A26C-73CA16689B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9353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677E6-4D71-C8AB-8ADF-69D938465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4636B-52FC-F823-50C9-427DBEF5A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C02E9-2D6D-8EBD-2A1D-CD2C996B3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BEED-2540-40B3-9F65-59BC0C6C2DA9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82D95-11C3-1FC5-D782-D0A07D369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02423-E9A8-710D-2133-A22C0EB63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2F78-9459-461A-A26C-73CA16689B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2254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A8D2C-4D83-C503-9B01-3E9AFEE95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27999-FB80-3507-E5BD-1BA41C532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DA1347-8F6A-E4A7-5C5A-5FE05742F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91191-159C-2D42-5AD1-17EF271AF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BEED-2540-40B3-9F65-59BC0C6C2DA9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F81A3-53DC-8A61-40A4-07E9424C1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EB0FE4-697A-E6C6-4752-9C3BDF09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2F78-9459-461A-A26C-73CA16689B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5491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EC821-91E4-6328-25AB-DEA0038F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2316F-D475-945C-207F-4BEEA2B68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96FF3-BB47-9260-D2CE-18E03227C9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D3C738-B434-F6E1-A054-DD88FB0A2C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126AC5-AC40-AF97-179C-60D99C6BAE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C31C10-DBA3-A106-C147-C5A5BF186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BEED-2540-40B3-9F65-59BC0C6C2DA9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737431-1EBF-76D3-B5E2-8A5E1BF6A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780E1A-5B65-C9DD-3AC2-079142624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2F78-9459-461A-A26C-73CA16689B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593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7732-F2DA-6F47-59D8-BFDFA628F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2A4A0A-DBAF-FDE1-3826-706323D49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BEED-2540-40B3-9F65-59BC0C6C2DA9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277467-A5F6-7494-B394-ED85215C1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6B1AAE-AB97-A4B4-7490-2CF9248C1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2F78-9459-461A-A26C-73CA16689B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2727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51DAA6-E3D5-A263-068D-0C7303647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BEED-2540-40B3-9F65-59BC0C6C2DA9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961DDB-B064-E77D-D5AF-522DF454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E6760-CE31-A1EA-3E1D-C37FC9C9B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2F78-9459-461A-A26C-73CA16689B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0665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98A1F-724C-9AED-424B-97BCD03C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E5588-9CBB-67A6-DAA7-C04CF2C28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77ADA9-E4BF-B51C-B1BA-4BD19FF6D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85EE6-06D4-BC7D-1690-49BEBC363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BEED-2540-40B3-9F65-59BC0C6C2DA9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1CF87-EFCB-EE68-837B-F095F18F2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DFE41-16A3-04A3-C4F5-B3305978E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2F78-9459-461A-A26C-73CA16689B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2189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3DF00-4F7B-ACC8-2C18-3671CEF11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49C039-AC0F-AF17-6DC0-8AA6292824F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64A15B-C001-42D7-431D-933CA85DF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CB94F-599D-2AF1-EA5A-08442D77E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BEED-2540-40B3-9F65-59BC0C6C2DA9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8684D-0B9D-47CA-2C31-1C9EE4726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ABC79C-F61A-A63C-C53E-AB8C076AD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2F78-9459-461A-A26C-73CA16689B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9898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DE00-8356-E9AC-7E3D-84E91269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E8911-7ADF-9144-01B6-98B5E8D89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BC6A3-D63D-E29B-F42A-6E9AA3A12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BEED-2540-40B3-9F65-59BC0C6C2DA9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AEE58-E3FE-AD3A-2A1F-F52883C86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7BD71-F6E0-D55E-444A-8CFEAB4DC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2F78-9459-461A-A26C-73CA16689B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407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88A63A-7795-17CA-01EE-0BB781B14F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D8FD1-68DA-3FA9-7A4C-9BDC2B78E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6DAF2-E1C4-B81F-176A-969689C8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BEED-2540-40B3-9F65-59BC0C6C2DA9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19608-C5F9-8CFC-80C7-92B134C23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FBE6D-F061-23A0-AD2C-24D9A40D2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2F78-9459-461A-A26C-73CA16689B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9161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E8894D-A134-E049-37DA-FADBAEDF6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330BF-E315-5EC2-70EE-CB3234DFB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20285-C553-2A98-058A-5624FDC89F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F1BEED-2540-40B3-9F65-59BC0C6C2DA9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7A823-890F-6A45-49FA-A6D050A3D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0ABAB-3957-4281-20BD-901E0A60D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612F78-9459-461A-A26C-73CA16689B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6205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B21E657-AAFC-D3DC-B8D6-609312FC78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985889"/>
              </p:ext>
            </p:extLst>
          </p:nvPr>
        </p:nvGraphicFramePr>
        <p:xfrm>
          <a:off x="1270000" y="12700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25256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 A</dc:creator>
  <cp:lastModifiedBy>Author A</cp:lastModifiedBy>
  <cp:revision>1</cp:revision>
  <dcterms:created xsi:type="dcterms:W3CDTF">2026-10-12T02:23:38Z</dcterms:created>
  <dcterms:modified xsi:type="dcterms:W3CDTF">2026-10-12T02:23:43Z</dcterms:modified>
</cp:coreProperties>
</file>