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1-4906-B814-F6266A1237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81-4906-B814-F6266A12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81-4906-B814-F6266A123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99658688"/>
        <c:axId val="1870810816"/>
      </c:barChart>
      <c:catAx>
        <c:axId val="1099658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10816"/>
        <c:crosses val="autoZero"/>
        <c:auto val="1"/>
        <c:lblAlgn val="ctr"/>
        <c:lblOffset val="100"/>
        <c:noMultiLvlLbl val="0"/>
      </c:catAx>
      <c:valAx>
        <c:axId val="1870810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65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7374-AEA8-A074-4AF3-1755E3FB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66297-B6BE-7074-384F-6AB6D850D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20A2B-5510-DEFD-94AA-8BE0CA6F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67C59-09ED-C064-8DBF-35B65527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026B6-2A1D-9BCF-F351-05F34A18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026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D16D-A9DC-1D69-56CF-0D3898C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BB68-0093-2A75-69E6-11ED6ABB5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DF86-507E-0728-4AE3-9C4339B4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BB92D-1B41-E8ED-2F05-6B81155D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C3A0B-98B6-42E3-53B6-F61276B23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80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3E82-6AAD-E4E8-7477-BF79ECC2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CC499-391D-01E4-2E65-D83804738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9B7AC-BBE2-D063-1F63-4691D2D4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704EB-4493-C4C0-24A8-A2400E50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7E533-7590-133E-4547-C6B7B691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18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338EF-7ADD-9962-AB35-E83F76ED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3568-F43E-733F-E262-E7FE9A550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BD492-2EAB-39F5-9575-706241815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BDF22-7326-521F-B412-C2121A47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C02D4-0F86-F7E6-0FD6-11C9095A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59251-59D3-BCFA-D1D9-52A3CEA4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97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7950-52B6-E947-4E83-F736A67A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CD58D-5338-4613-4710-9BE6BAE03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74052-AE5E-7AA4-14D6-535FE19B0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9B1EF-26E3-CFA2-D513-BFEC018D9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FF32-B961-5710-5292-8F60B3B00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36127-EE97-9CD4-67F1-2154E9A0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B49F1-6615-1233-A317-E917E465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AD23D-C321-9D2A-C7A4-64617A7A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40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EF2E-0FDE-CBDE-E6D5-92320C7A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32359-2F78-08C9-C156-55B95135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E8A35-B280-9E19-7A24-22C00F85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3EF19-429F-0F0C-A7B9-DC4F1FE2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62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B0818-1B02-E54B-CA2F-08090282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F7807-147C-0B02-335C-5036D73A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90A43-97B6-1BFA-D9FD-D0C26CFA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99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7FD2-5717-452B-B8AE-235763BA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0259-12C1-AEA6-DD3C-3C038CF03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88484-C571-7D54-63E4-7B0A3D4C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72381-4524-7DAC-38D3-625F094C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459D9-8C4F-4657-02B1-347FABCB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CBE2-1216-FEF0-0BFF-ABBD4E7C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53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546A-ABDD-0136-F5D8-0410F7DB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714EA4-45B1-D2BA-3622-5F50695746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FEEFB-9812-0B88-EEA7-736A07E16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02777-AD2D-DD4F-55BB-088F31E9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9432E-CCBE-3D56-667B-659DDE94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C305D-C7E4-3527-7096-39C31B1A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36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3F0-F9F4-0CE3-94E5-153F124E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DA359-478F-4DEE-06E1-F0074B208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840FD-175A-05A3-C391-EE05E184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D443-4F6A-F586-F047-D34F1E5B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BF64-4B03-4483-F1B1-AE18F91E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16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E95D7-DFA9-E4B7-EFE3-A876A3385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90430-13B2-A970-A2A3-D16ECDBE9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B055F-9D1C-6626-EFD8-085304CE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C076-C988-9B33-794E-DC47348D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3B82B-9A7E-401D-9BBE-36EC0CE9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953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BFF91A-EAF1-3401-71D1-6C70C8AF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398B8-289F-02A2-4A4A-141F702B8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4D291-12A8-2889-D456-E5412E437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BA1F8-7F20-41FE-81DB-3BFA82FBE4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05052-9B50-FBC5-C6A7-AEA424B28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3F748-F4EF-6E40-3F14-B2D90DCBC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FE84B-0266-4164-B047-2BC6F11BE6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67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B6949BB-FFE8-AB26-A3B4-77F7BCFA83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031931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351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2026-10-12T02:23:43Z</dcterms:created>
  <dcterms:modified xsi:type="dcterms:W3CDTF">2026-10-12T02:23:48Z</dcterms:modified>
</cp:coreProperties>
</file>