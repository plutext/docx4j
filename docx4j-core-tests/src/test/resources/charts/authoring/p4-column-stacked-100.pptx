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207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016-40CD-8081-7928B9F0AB8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016-40CD-8081-7928B9F0AB8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016-40CD-8081-7928B9F0AB8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858065376"/>
        <c:axId val="1870834336"/>
      </c:barChart>
      <c:catAx>
        <c:axId val="18580653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70834336"/>
        <c:crosses val="autoZero"/>
        <c:auto val="1"/>
        <c:lblAlgn val="ctr"/>
        <c:lblOffset val="100"/>
        <c:noMultiLvlLbl val="0"/>
      </c:catAx>
      <c:valAx>
        <c:axId val="18708343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580653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40B4A-3065-FBFB-D45F-ED231743D1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18E55E-3BCB-BBB9-7828-2544E24A17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486319-293A-B035-8BEB-75D947F1B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F1351-B121-423E-873B-CE7A913A1F7A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2CBE06-44F8-111F-61B5-941F1EA8F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3E371C-C8D6-B89B-A0BC-2C29A1781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E9CC6-18A2-400F-99D9-A403BBDF2F5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21891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DCB55-082D-1186-B4F6-AE0C2C70E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CE0654-7E80-AB01-8E98-77E1EE029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EC9482-0EB7-9502-44F7-E88113F66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F1351-B121-423E-873B-CE7A913A1F7A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FB5E62-C2D4-7AD7-A812-987193A74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E280B-6822-530C-A746-B0D96002A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E9CC6-18A2-400F-99D9-A403BBDF2F5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53005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C253D-C668-4072-17D2-874F522E4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805E2E-8323-2C5E-04DD-C608C63A0C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BC7221-A914-96E8-6DFA-821A45413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F1351-B121-423E-873B-CE7A913A1F7A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D0D484-FE99-1D6B-E837-199AA4ED8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01AE54-93E8-6BBA-C371-64F68F440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E9CC6-18A2-400F-99D9-A403BBDF2F5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07024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E5435-E988-A3B0-048A-C5F58ED82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75475E-3B6E-B3D7-3CF2-F4B5E45693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2B69D9-FB82-C5FC-BC72-9F2D5AC1D9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83A34F-BB71-157A-D09C-F9CCCC5E5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F1351-B121-423E-873B-CE7A913A1F7A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7378DE-7189-4D2B-A13F-953277896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1874AA-E9D9-5899-1935-D69D85A47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E9CC6-18A2-400F-99D9-A403BBDF2F5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639315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39B24-BC72-959E-A728-27929DA37D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DC5A37-A928-0E86-CC6E-A19DEA105A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231CB2-CDA5-F5EF-93F9-DC5E2119E0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B8F1A0-555C-B2B1-5BDE-ADECBD02AE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A29EC5-DAE0-83ED-3900-E90B69CC16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F5A3C0-4DCC-E51D-601A-8EFE015D8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F1351-B121-423E-873B-CE7A913A1F7A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ECC830-977F-4A9F-3E9D-D751A3493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9CDCB5-F1CD-41AB-AEEC-840CE6D97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E9CC6-18A2-400F-99D9-A403BBDF2F5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0501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39D1E-5427-BFF2-364F-B6412F2C3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FA8864-87BB-3CEB-DED0-532026CD3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F1351-B121-423E-873B-CE7A913A1F7A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557C14-0C12-5FA6-83BF-47D60DD46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84D709-E9B1-1D66-B0D0-89C838467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E9CC6-18A2-400F-99D9-A403BBDF2F5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34082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B47CEA-A7E2-B106-A974-D04281FFF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F1351-B121-423E-873B-CE7A913A1F7A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72C4A9-7DFB-4512-1E8B-F14FB5908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521F63-6498-F5CE-892B-4D7593B2E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E9CC6-18A2-400F-99D9-A403BBDF2F5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50695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1FD79-9021-0B7C-7528-C6057FD60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913012-EF0E-4D2C-D071-53C5EE8E2A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C38284-C046-554A-E1CB-A84FE0FD4D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FA874A-1F58-DE7B-6592-DA870E5D7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F1351-B121-423E-873B-CE7A913A1F7A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ACB219-8FAE-2106-91F4-47EE3CE87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0A83FC-5F8C-0DFE-675C-5A4EF76F2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E9CC6-18A2-400F-99D9-A403BBDF2F5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948915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BC19D-8839-FE01-5325-E2BB7DB6A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C35FA2-5654-FD6F-6120-A89F46AA310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38F940-7E4D-D11A-69C9-20CD792300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2B03E7-09DA-3931-99B2-BBCDFD53F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F1351-B121-423E-873B-CE7A913A1F7A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26BB8F-290F-7C4E-7A79-1618A186B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F3ABF9-5FC4-761B-3702-6E1F1B73D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E9CC6-18A2-400F-99D9-A403BBDF2F5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070130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1FB04-7A8A-CBF7-BBEE-FB81AB0D4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106AA3-2C37-7294-1C2A-C776E98F91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67688A-5B52-2147-329A-DF13D0A22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F1351-B121-423E-873B-CE7A913A1F7A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111BEF-B4EA-0321-9EDB-F57E95EAE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61F44-0F77-6870-2654-C708F608A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E9CC6-18A2-400F-99D9-A403BBDF2F5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79872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945588-D6D6-E7A0-1802-23A73768CB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F72D33-C880-BF40-2BDF-BD147984AB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9B5D21-A285-4B95-658F-4B0F8CF66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F1351-B121-423E-873B-CE7A913A1F7A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86B94C-E060-FCE1-4F17-6DEE63B71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A64015-CC87-7BC7-5223-CD73F0EA1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E9CC6-18A2-400F-99D9-A403BBDF2F5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91713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79E6CE-3263-98B5-B701-DDEFFA66A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8B06DF-A17C-BCBA-B862-2961286E9A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4CDD00-2628-1B11-CF83-2E6EE67A87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6F1351-B121-423E-873B-CE7A913A1F7A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E7F49C-FE10-0AE4-FE3B-AA7907A383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7E8F8-C21D-A989-89D6-CF01843898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3E9CC6-18A2-400F-99D9-A403BBDF2F5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24943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5BAB2C99-C123-F167-6B0E-C6BFA5DB731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27435316"/>
              </p:ext>
            </p:extLst>
          </p:nvPr>
        </p:nvGraphicFramePr>
        <p:xfrm>
          <a:off x="1270000" y="1270000"/>
          <a:ext cx="54864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0104104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Author A</dc:creator>
  <cp:lastModifiedBy>Author A</cp:lastModifiedBy>
  <cp:revision>1</cp:revision>
  <dcterms:created xsi:type="dcterms:W3CDTF">2026-10-12T02:23:33Z</dcterms:created>
  <dcterms:modified xsi:type="dcterms:W3CDTF">2026-10-12T02:23:38Z</dcterms:modified>
</cp:coreProperties>
</file>