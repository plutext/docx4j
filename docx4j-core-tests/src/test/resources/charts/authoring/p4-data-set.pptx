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0-455A-B221-D770ADA273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A0-455A-B221-D770ADA273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3914479"/>
        <c:axId val="1159451711"/>
      </c:barChart>
      <c:catAx>
        <c:axId val="116391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9451711"/>
        <c:crosses val="autoZero"/>
        <c:auto val="1"/>
        <c:lblAlgn val="ctr"/>
        <c:lblOffset val="100"/>
        <c:noMultiLvlLbl val="0"/>
      </c:catAx>
      <c:valAx>
        <c:axId val="115945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91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1D54-C04E-B64F-6041-CF840A774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FAE14-224E-A7EE-C11E-A5B273641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3B7C5-E4C6-E33E-DA99-2E4324D3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1613-471E-EA2A-7E7B-AED566D1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AC45-80DD-9841-D032-A57EC0FF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67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0865-B4E7-B42C-2462-CFB6FE46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5BDC3-6BAE-5B32-DCEF-8EA3F342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80FF-04AF-8614-ED2F-46BA5C4C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75329-DFCA-DC37-1CEC-971DCED4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440F7-AA08-EED2-3246-1A6A8E7E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11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232C-E003-0D0A-0C70-844F64000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A56AD-62C3-16A5-D51F-7F5D39DC2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7A588-2F29-748C-BEA1-4F0E4E44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3E22-E431-1F26-56D6-0BF6AE0F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1DA7D-B1E3-7451-D05D-135A916C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715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B68-FD7B-9323-8D38-85F7290E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9D379-64B7-F348-7D95-CF2278D17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524D9-3286-8109-342F-22599C656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3C81D-C011-0F83-2377-A8B13F56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EBD2B-C1E2-994C-3925-FFA65A39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EA0B9-EC9B-78AC-DE9A-386C8F92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08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0A60-9F1F-104E-45B4-08B4424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07DC1-CC2E-C905-A8F9-31B729F8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E5022-E159-3234-569A-97F169D3A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1E96C-0863-983D-6FDF-C295AF6C9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2ACF5-4030-CF9E-6F4D-897DB9B3D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B381B-69E6-2A54-8585-0B2CDED0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FC8C8-E676-949B-01F1-2AAD8CF4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302F7-4797-0A48-2EB1-51401083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09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5ABF-1BC2-EABD-C8F3-A72F8763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75735-302A-6249-CDD8-63C06E70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A0021-C9F5-DE3E-F4EB-FE541EE2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094BE-962A-89C3-A2D4-2CED72BA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80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CE791-DE0B-41FD-2A74-2FAE1B45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0691E-DD89-BC4D-BC94-2E23613C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42F84-0B5C-112D-0B38-B2E98145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65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8337-0182-7708-46B3-0753FA8A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DF0A-7858-ED96-CC38-FABC5B4FA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CF197-7CFB-870A-B703-366FE270C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72320-60D4-048E-F80C-CF0D347A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923C6-54DD-D501-5016-B909373C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EA5BB-811C-9B9D-42A1-2FFB8F50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70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CCFB-63D4-F166-9766-E5FB8E38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43AB3-0560-9598-CEC7-59B27E7CDA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9F7C2-66A9-E332-1BF5-65D29BC17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677AF-9A73-DBD2-7D74-C30E8A69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EE02A-1DC6-F79B-A517-1FF27844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3F28B-99D1-5C22-251A-0A7D8DA4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753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3EFD-59A3-3939-9A64-9F9C586A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56244-7902-C787-356D-6E8CF95A6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464B6-32A9-B977-CEF8-BD937009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76D5-F0CA-8101-DEF5-AD071BAA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C4E5-DAE5-802B-673B-0404F7BB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22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7DB60-255E-480A-6550-132B72DC7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5A5B4-DCF9-7C29-DE75-E971D9D97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7C9CC-3B24-C39B-EC89-3B40B832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A596-68DD-BE67-3E7E-7BD6DE9B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E73E7-40A6-56FF-DB10-54456213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09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BD796-9E72-5844-2461-7ACF6217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4DF8B-6E39-269C-091B-6875732B8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10849-D039-FB59-9DA6-5C611B44B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E570D-207C-4986-9474-211742F9EB5C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173E-FAFD-D8CF-0C24-41FDABBE3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4EB7-7173-8181-D8DA-728963C8E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73106-D19D-4B0E-894F-63FDF5CB9B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52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96ACECF-38C4-4E20-0D4C-971FE633C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855740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5008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2026-10-12T02:39:26Z</dcterms:created>
  <dcterms:modified xsi:type="dcterms:W3CDTF">2026-10-12T02:40:33Z</dcterms:modified>
</cp:coreProperties>
</file>