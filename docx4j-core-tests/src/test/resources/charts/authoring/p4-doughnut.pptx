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20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4A-4D8A-A6C7-712E3ABDFA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926B3-EB80-B55F-E595-4195342836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3EA978-1893-CF3B-1F01-F65F47ED8C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D78C9-81E3-55D5-5EFD-1E69681F8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9CF1-DB34-4816-A4CA-90433952D2F9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50354-C633-18A4-77CC-C3CA2CCD1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8FE56-B675-C69F-E7C1-5616AED0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4BFE-50E6-45DC-A268-710EDFEF7F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8379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05C26-B727-5171-95C2-EEBE1F0AE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948D1-6F51-D3D2-D50D-3DEDAC392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7CF48-4F13-26EE-5AEE-96FAD559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9CF1-DB34-4816-A4CA-90433952D2F9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D6BC6-4A09-8166-6BEF-41AA70147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AF6BD-28E7-D370-C850-5DC878EBE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4BFE-50E6-45DC-A268-710EDFEF7F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5473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6CCC4-1C55-82E7-535C-6C919F768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DE1092-629F-E711-1557-FC620A652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3AC5F-EE9E-C208-4075-7A5CF3C12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9CF1-DB34-4816-A4CA-90433952D2F9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BF14F-805B-50A9-CC91-CBEDDADBA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2AECB-99B9-9684-4508-87FB86E47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4BFE-50E6-45DC-A268-710EDFEF7F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3325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F0E83-2B33-95D1-3B54-A070DDCBE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E4635-C3C8-DF76-DF9B-0A41E80D45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F930BF-3774-B9B0-D005-11EE78B68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FE8497-C2DD-F624-3074-1AD966EC2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9CF1-DB34-4816-A4CA-90433952D2F9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B6C5D4-EE06-8C41-EADB-6DB7B22F0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26CACD-DECE-AF29-8D36-84BFEF651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4BFE-50E6-45DC-A268-710EDFEF7F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1472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82A5E-762C-BD74-C418-A28A6617D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BC97DF-8558-55C7-C1AD-BFB62598B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F27800-F5BA-6033-6994-191BA9FCD9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F905A5-AA0A-64B0-12A0-68AEA81776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01B6F2-4E16-78E3-7131-146D900A3F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169579-782C-2D04-79A3-8B2BED43E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9CF1-DB34-4816-A4CA-90433952D2F9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803EED-9FD3-064D-B61F-834737139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0D78CB-15FE-6CCF-D044-45D70AD81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4BFE-50E6-45DC-A268-710EDFEF7F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227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1B3DB-669C-B90E-03C1-0864413FC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AADD8E-AB66-5E32-FBB9-0B69FBA18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9CF1-DB34-4816-A4CA-90433952D2F9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B815B9-931C-A686-3C35-D17928BA2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3EA43C-93BD-0A74-C909-BFCA62D68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4BFE-50E6-45DC-A268-710EDFEF7F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1214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51E7F0-0303-7821-3D95-D570D3FF2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9CF1-DB34-4816-A4CA-90433952D2F9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8C6AE4-0305-6A7F-EC0B-704760541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5632DC-DF98-569F-1E88-5039F7914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4BFE-50E6-45DC-A268-710EDFEF7F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3994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F7FE-8701-4A8A-3A8E-94031CD3F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F3D2E-3BB8-9DB2-2D03-242537D8C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C2C613-C65C-A5FA-B18E-B9E374E09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BCD8A-BCCE-4044-205A-E3FD4169E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9CF1-DB34-4816-A4CA-90433952D2F9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11DF68-4BD7-E999-8341-7CBB57303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50700-61A7-20B8-0E1A-B40B5D62C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4BFE-50E6-45DC-A268-710EDFEF7F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1261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EB357-F35A-2624-9EE7-9330CFD1A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672471-BC27-7025-139C-F13FD4F3A35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7A3FB7-4259-CFDC-172B-BD32AFAD49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5874EE-541E-6801-AA19-9A331CD88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9CF1-DB34-4816-A4CA-90433952D2F9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706EA0-37B3-FE5F-D74F-73118E4AE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B360D-DD80-A21C-7093-BC9B16163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4BFE-50E6-45DC-A268-710EDFEF7F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4157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E283A-7D85-90FF-F03D-9CBA7BBFE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A0B1A2-AB9E-0276-169F-5E7C0256CD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DAB30-4976-88DC-FBC0-3097AAB48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9CF1-DB34-4816-A4CA-90433952D2F9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FE958-6D62-DC87-1F49-07EF50C05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3B331-65DD-C205-F058-A800C574E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4BFE-50E6-45DC-A268-710EDFEF7F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4866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7007EE-C4AF-E79D-BAFF-876B33B52E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22E25E-ECB6-EA94-3875-8C22FF4943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645A6-5A87-78CF-24D4-5A8E001C0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9CF1-DB34-4816-A4CA-90433952D2F9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3286F-F51C-92C7-5FA8-8F9EC448F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58B9D-BA35-25F1-845E-BCEF5F127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4BFE-50E6-45DC-A268-710EDFEF7F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0004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3A75A9-C905-CFA4-A64B-8892E8D67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A2A095-1C51-E374-6994-E11097928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E0067-F1B7-4158-EED8-E71FCC06C0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D09CF1-DB34-4816-A4CA-90433952D2F9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528CB-5A2C-4512-C6D9-3B5885E89E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B42BD-0CC6-8071-03C1-7249929930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364BFE-50E6-45DC-A268-710EDFEF7F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8206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3BC59597-0F8F-9609-6EBA-7F95A5D755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8464517"/>
              </p:ext>
            </p:extLst>
          </p:nvPr>
        </p:nvGraphicFramePr>
        <p:xfrm>
          <a:off x="1270000" y="127000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43519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Author A</dc:creator>
  <cp:lastModifiedBy>Author A</cp:lastModifiedBy>
  <cp:revision>1</cp:revision>
  <dcterms:created xsi:type="dcterms:W3CDTF">2026-10-12T02:24:09Z</dcterms:created>
  <dcterms:modified xsi:type="dcterms:W3CDTF">2026-10-12T02:24:14Z</dcterms:modified>
</cp:coreProperties>
</file>