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20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66C-4AFE-9677-75DD4B02544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66C-4AFE-9677-75DD4B02544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66C-4AFE-9677-75DD4B0254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79218800"/>
        <c:axId val="1870840576"/>
      </c:lineChart>
      <c:catAx>
        <c:axId val="107921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0840576"/>
        <c:crosses val="autoZero"/>
        <c:auto val="1"/>
        <c:lblAlgn val="ctr"/>
        <c:lblOffset val="100"/>
        <c:noMultiLvlLbl val="0"/>
      </c:catAx>
      <c:valAx>
        <c:axId val="18708405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92188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1F891-0A81-C34D-1465-666A7EDD65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AE204A-C877-4D53-A022-3BD71A50F3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6F347-CE13-F8A4-C9E3-6A68C24C4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42C62-FF71-4F10-B5AC-1685F83A7F60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30797-B790-1F67-594E-2460B8380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34343-1998-98BE-551F-1BF527A39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312E-4B8A-4FDC-A95F-037E76231D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8118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A2849-B13E-EA32-685C-3BD0C0F10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1AA57-5B7D-E3DC-3F6C-ABE60C303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D00E8-AA77-B021-2DB7-C47FB281D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42C62-FF71-4F10-B5AC-1685F83A7F60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93FB7-8C84-3842-8E30-CD17D4489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403DD-F48D-05C7-2672-63E625093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312E-4B8A-4FDC-A95F-037E76231D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7403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B0E35-26AB-CC37-893B-4329FF254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81C88F-5542-2072-1BE5-B87ECA858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4ECA8-828E-F431-3962-0348956A1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42C62-FF71-4F10-B5AC-1685F83A7F60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69650-A239-E169-08F4-31F5C3BAB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FFF43-0BE6-5360-AB78-F40AB1F89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312E-4B8A-4FDC-A95F-037E76231D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2440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39B95-F729-7113-B002-184DAB9E6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D50BC-7A5E-5379-184B-3DD167A120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9D5E25-0260-C31E-2B8F-F5839CCE40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E45F36-80EC-E30E-711C-AE2E5D0AF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42C62-FF71-4F10-B5AC-1685F83A7F60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E2BA2-C0C6-8E87-1929-3CC8D0F8C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1CB425-35F5-C5F1-6691-7B239E13A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312E-4B8A-4FDC-A95F-037E76231D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1144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035F3-E637-5E53-F950-EBDFC3566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8FE39-48CE-8551-C88D-771EBD25A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B0F02B-2179-2811-FB31-577C60EF2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E2FFBB-3E04-1417-5042-5B7817DF10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ADDA32-5CD8-74F2-4535-7545D222F8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4796E2-17C2-85C1-9BBE-AD5843E64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42C62-FF71-4F10-B5AC-1685F83A7F60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8C0032-72EC-0FF8-D285-D705A2A28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D88756-9417-D9AE-6A21-BACA9CEAC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312E-4B8A-4FDC-A95F-037E76231D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8053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C5FA-D128-84D5-7FAF-0711B474C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ECAA9D-8B95-C275-4672-A960AF324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42C62-FF71-4F10-B5AC-1685F83A7F60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AEF296-CD13-37C0-7BB1-ECB00F048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08458C-1DBF-6EBE-347F-A7B7BDA64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312E-4B8A-4FDC-A95F-037E76231D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1539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B8688E-6853-B5C6-877C-7DAAED434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42C62-FF71-4F10-B5AC-1685F83A7F60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D82B21-E354-D3D9-5943-F1D06FEE3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6B1276-1287-A923-A586-FE31F4E4A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312E-4B8A-4FDC-A95F-037E76231D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2169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B3CFF-C7C6-CBBF-43BE-440CB8E56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A58CE-76AC-B89E-1704-74AE7AC2E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4891FE-BFF1-616B-069D-A0F30816B1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52280-CA0B-BCD5-1F6D-46C63675F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42C62-FF71-4F10-B5AC-1685F83A7F60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FD9709-2A49-51B1-E9D0-FD879B687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79944-9439-3516-63B2-CDE55F1E7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312E-4B8A-4FDC-A95F-037E76231D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4716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4F851-7FD9-8C66-0871-CB1BB1E49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5C54F2-8788-D4A4-C7AB-5F08081CD1E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9A4371-8AD7-9629-5BD9-C36E194AB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84B188-2AC3-32E4-C049-5F24BDAF0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42C62-FF71-4F10-B5AC-1685F83A7F60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494A95-D3DB-C3CA-BA30-8A2A36DD1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47EC11-04BA-B808-C4CE-BDFF97A3B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312E-4B8A-4FDC-A95F-037E76231D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4650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4FA20-31DB-39BB-5DA1-6D3CE84D9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E0DF93-5E54-9898-89FE-AEECEB2EAF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CFB8F-9F04-4C47-993A-2D2C37A52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42C62-FF71-4F10-B5AC-1685F83A7F60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19909-5552-CB36-CF39-3F4D5BF84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6267-756F-CB1A-A27A-C98C07B10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312E-4B8A-4FDC-A95F-037E76231D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6677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42B6A-6BD6-5B75-B952-0091408AB5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7BD1AD-5928-AE06-D574-8611EB360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44C53D-F76C-21AA-B296-2A2492F36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42C62-FF71-4F10-B5AC-1685F83A7F60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F1651-3389-2C83-A6BE-1656B9069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FD7E6-83A8-6FD9-0E68-2B7C06C77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312E-4B8A-4FDC-A95F-037E76231D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9848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9C3094-54FD-362B-E4D2-D0822E3D2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3F9C5-2168-F873-99A0-E1B227F56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4AEF8-AED4-9C65-969E-FAB37DB4F4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D42C62-FF71-4F10-B5AC-1685F83A7F60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2348F-A3C9-19C9-54F7-3DC126CAD6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7268D-1327-E1BA-BBE2-90E239ED40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AF312E-4B8A-4FDC-A95F-037E76231D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2033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4067EEA-A4D4-FC09-707F-44AA68490E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681939"/>
              </p:ext>
            </p:extLst>
          </p:nvPr>
        </p:nvGraphicFramePr>
        <p:xfrm>
          <a:off x="1270000" y="127000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47315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Author A</dc:creator>
  <cp:lastModifiedBy>Author A</cp:lastModifiedBy>
  <cp:revision>1</cp:revision>
  <dcterms:created xsi:type="dcterms:W3CDTF">2026-10-12T02:23:54Z</dcterms:created>
  <dcterms:modified xsi:type="dcterms:W3CDTF">2026-10-12T02:23:58Z</dcterms:modified>
</cp:coreProperties>
</file>