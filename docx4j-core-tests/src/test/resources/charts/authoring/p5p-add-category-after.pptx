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34-4707-B5B1-CB49FEE10A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34-4707-B5B1-CB49FEE10A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34-4707-B5B1-CB49FEE10A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2912944"/>
        <c:axId val="1903194944"/>
      </c:barChart>
      <c:catAx>
        <c:axId val="190291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3194944"/>
        <c:crosses val="autoZero"/>
        <c:auto val="1"/>
        <c:lblAlgn val="ctr"/>
        <c:lblOffset val="100"/>
        <c:noMultiLvlLbl val="0"/>
      </c:catAx>
      <c:valAx>
        <c:axId val="1903194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912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1246-3F23-6B53-5DA9-84F54567E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6FAC3-0333-A242-1DBA-0782C520A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E0BEF-4F40-AA15-2E33-A375FAA1F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D3B2D-07FB-E64A-7E9E-BAAD2C3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DF097-B437-182A-516C-3576E15E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6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3943-4608-C447-3C47-93EB5374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D8DDA-38C5-473B-BB52-846F41965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5CA6E-1068-A5A6-DAA3-22053AAC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042B0-E208-F6CA-F1F7-2BBC827F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78DB5-4551-259B-F4AE-041387B8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0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64CC-54F3-A603-C021-22840F9C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5AB46-406E-E876-A782-12595D5A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2AD8B-D3E3-E198-843E-BB7EC168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511CE-47FC-41C3-318E-A648E0AE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66E5-DF2C-ECD5-AB32-5EF66084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185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6708-4CA0-DF69-2217-577E160D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4E3A2-C22A-5C09-3585-7D4DB7F5A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A05D3-E979-18B0-B057-94525B31E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0EC4F-25CB-7884-587C-FF9278AC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D5C53-DE28-D41F-14B0-B0410ED1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8BF45-73E0-85A4-0446-E9EF9516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523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A76A-9F12-07E7-0A51-6AFEF091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CD1F5-30AD-05DB-727E-2B0EDB424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B838F-31FA-8D58-8E28-87718ABFD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7D4E9-08E7-0847-9ADE-09FCE575D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3875C-FD0B-190F-F0B7-DE5260C1B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1B091-26F9-3505-3066-255F1ACE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250CA6-AA60-BF0B-2331-71F0DC0D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39DCC4-F2DF-920C-048D-85F2CDB4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17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A1D1-FFCC-8CE2-5700-4342003B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05FF6-2CF3-82D6-AB9B-92BB5519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A010-C14F-E91A-D049-1FFD66C7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D236B-D766-C113-C090-71622FD2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317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50EAF-B242-00A9-C4B1-A4FB5BE0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1150E-2A1E-3338-3365-9F186B99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55753-9880-FBAC-7194-39E12F32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67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BF4D-D96A-72F1-3803-0121CD600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BF827-9606-E9A6-92EA-5B2A6DA5B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5FC84-7ABB-00A2-81CE-54AA0C609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2AF5A-9863-6BCF-9E20-EDE19274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D04D0-F719-F8F7-F752-AC1CF55C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88093-3B37-3FAA-58DE-9E38F24F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76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6D46-8585-31AE-50EB-A5A09222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A0CA0-804F-3E3D-72DC-ABB6D39B52A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BED2F-C280-6777-466A-BC522656B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1E6A4-6BF2-4F7B-42DC-06856D8B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432A7-64B1-3942-5223-708220E5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CC7CF-C2C6-6A8F-A05E-EA5656F3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422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6A1D-133A-1257-5D24-DD918162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80132-65BE-AF05-11FF-CBF09E805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79A3B-42DC-4B32-3BFF-672D8206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75B3F-C7AF-B3F2-2F3D-BADE665B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8F6F-C3CB-72D6-039D-6FC68526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866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4B44E1-ECA4-C7ED-E8E4-F5F052AB40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F27D4-999A-1D29-EBCB-E5B017EC4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A761-964D-023C-A7BE-22FE5F27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816AB-8C73-190B-8C07-BE3405D6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FB4AF-3E6E-5CC3-DD26-EC8FABA9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997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4CEDE-B3EE-BEA9-916F-B1E732F6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AD6C2-00C3-5D38-74D7-F4D0EEA27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2ED06-50C2-3B26-6873-68943F91B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F9E6B-1C29-4342-BE51-1B794D97C70F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37BF1-473F-11AA-6B7B-CF20A4E97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29121-86C8-CB2B-F5C8-CAAD0434C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382C8-8D4E-4911-9A2B-0027B4E50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49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01FC51B-A057-B716-C52E-4076A039E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296475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749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2</cp:revision>
  <dcterms:created xsi:type="dcterms:W3CDTF">2026-10-12T03:04:38Z</dcterms:created>
  <dcterms:modified xsi:type="dcterms:W3CDTF">2026-10-12T03:04:53Z</dcterms:modified>
</cp:coreProperties>
</file>