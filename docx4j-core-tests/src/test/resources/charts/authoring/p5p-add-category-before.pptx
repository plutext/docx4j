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F-4D86-828E-920234B0CD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3F-4D86-828E-920234B0CD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3F-4D86-828E-920234B0CD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0639408"/>
        <c:axId val="328977344"/>
      </c:barChart>
      <c:catAx>
        <c:axId val="330639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8977344"/>
        <c:crosses val="autoZero"/>
        <c:auto val="1"/>
        <c:lblAlgn val="ctr"/>
        <c:lblOffset val="100"/>
        <c:noMultiLvlLbl val="0"/>
      </c:catAx>
      <c:valAx>
        <c:axId val="328977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0639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B2777-06BE-0A26-8306-B836FFA65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EF6672-D477-80D7-1D69-3448F3B25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EDF3F-7C79-F829-2B58-60398CD36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863-D0CF-4C1A-A897-B2DF874DF1A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18559-09A4-2A1C-46B3-42F29C19B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26B53-6E0E-781B-7847-1D5073E9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8359-268D-4158-99FA-D0799F550B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2594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5519-20E9-7D13-D6F4-B081AB71F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3EF26-F554-05D6-D75C-052027F99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8855C-F2F3-5578-FB23-68A56FCDB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863-D0CF-4C1A-A897-B2DF874DF1A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4B19B-F11B-AB9F-33F0-AFA63D7E2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52C27-2B2C-3C8A-ED12-9A1AB4865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8359-268D-4158-99FA-D0799F550B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2799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03F5-D8EC-6D58-F072-FF641B74A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44944-140A-6CA5-3F88-02B04299A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474AD-E3FF-17D8-B58B-551360CC6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863-D0CF-4C1A-A897-B2DF874DF1A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95FB5-A3AC-3922-B6C0-273FA900A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F571A-32F0-E6EF-C683-C8242D0C5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8359-268D-4158-99FA-D0799F550B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103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541A9-36BB-8CC5-8FAF-45CED263D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F9A42-4AED-8914-AA72-A80CED82C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C13F4-3C57-E102-6D1D-A98964F0D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E6EFA-0BEB-C111-3187-788DFFF25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863-D0CF-4C1A-A897-B2DF874DF1A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DDD0B-B0E7-3CBA-196A-879E5A7D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20BBD-8877-0299-A865-981371A0A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8359-268D-4158-99FA-D0799F550B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1411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DDB54-8174-2779-A5AD-1E3D940B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8DED0-2D6E-68A6-0B7A-5AE882D0C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206EC0-BF01-6691-A77C-0990D12DC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A2E758-D16B-E2BE-5181-85035568F8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747741-BD75-C583-53E4-5D83166E7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28C8A5-623D-D699-40BB-DA35FC368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863-D0CF-4C1A-A897-B2DF874DF1A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7F7C88-0B41-EEEC-A7DF-2261F38B5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88A64-047A-B6FB-9F3D-898F7366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8359-268D-4158-99FA-D0799F550B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5738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74A24-1105-EFBA-619C-2AAB5061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30DB2D-0C36-CFF5-410E-EA18EDFFF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863-D0CF-4C1A-A897-B2DF874DF1A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910A9-48FD-E725-1078-B5BD40C84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6770F-11F0-7A24-DCBA-C597A9570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8359-268D-4158-99FA-D0799F550B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6015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59F35E-08E3-5A91-5BE9-D06A53AC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863-D0CF-4C1A-A897-B2DF874DF1A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9BE3E2-6637-7926-E8F5-1304D5CE8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52498-B52E-5044-A1D9-87F2E1DD7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8359-268D-4158-99FA-D0799F550B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9411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262BD-7134-FBF7-1083-64D393526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D7F8B-FBC9-39F0-2D4C-B32CE63FA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29290A-D9F6-D89B-3AFD-2BA3F354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7A87B-0B63-36BF-C0CC-7FBA715B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863-D0CF-4C1A-A897-B2DF874DF1A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9DFB2-6A4D-97DD-28F6-6EDA55B2F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46430-2CBC-9B28-0EC4-75C3D56A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8359-268D-4158-99FA-D0799F550B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877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1E535-FCEA-AD72-5535-9E0AB9798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F5A43-FF59-DAE7-7467-76F6B124B1F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1CC1A-2747-25CE-17F4-DF5E4F66A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29715-8735-626A-F031-B21791E06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863-D0CF-4C1A-A897-B2DF874DF1A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396C6-5877-0647-4269-8EF8B83E7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9F1CD-ACBC-4556-0A58-15B738CF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8359-268D-4158-99FA-D0799F550B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174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1E4D2-C11F-8872-922E-1B111565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CDA7C-0854-47C9-A3C9-2B1C2FC30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43EA9-8C19-F3EA-EEFD-0593781FC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863-D0CF-4C1A-A897-B2DF874DF1A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5F43D-7071-B585-7ABA-EBE021548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E79A9-33B7-2CDD-C9FE-00084ACA9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8359-268D-4158-99FA-D0799F550B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9826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D15930-D659-FF70-F089-7A812578C9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9B8B8D-851C-3FB4-7E73-4E951AF2B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B766B-E97F-C144-808B-795DC1CA2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B4863-D0CF-4C1A-A897-B2DF874DF1A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8CEFF-8827-1C26-554A-940966A44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A68F9-5197-8A0B-18A2-0597FB3D9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A8359-268D-4158-99FA-D0799F550B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199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0B9DCF-4513-BD32-1E0F-9187A9268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2E391-5324-FB5B-51BC-569C3296C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0A5DA-EBB3-0925-3663-7CB941C235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B4863-D0CF-4C1A-A897-B2DF874DF1A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D37B1-B38A-F428-E06B-27C5ADA5E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BE600-DF0D-A41B-1CA2-C76653EBA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A8359-268D-4158-99FA-D0799F550B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6114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3522F98-7518-9CD9-3C20-314E4E367B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415176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73041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2026-10-12T02:34:05Z</dcterms:created>
  <dcterms:modified xsi:type="dcterms:W3CDTF">2026-10-12T02:34:10Z</dcterms:modified>
</cp:coreProperties>
</file>