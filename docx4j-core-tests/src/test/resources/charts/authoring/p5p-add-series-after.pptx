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20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DD-4E2C-A46B-47C09C26E2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DD-4E2C-A46B-47C09C26E2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EDD-4E2C-A46B-47C09C26E2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1.5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EDD-4E2C-A46B-47C09C26E2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54680784"/>
        <c:axId val="328981184"/>
      </c:barChart>
      <c:catAx>
        <c:axId val="254680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8981184"/>
        <c:crosses val="autoZero"/>
        <c:auto val="1"/>
        <c:lblAlgn val="ctr"/>
        <c:lblOffset val="100"/>
        <c:noMultiLvlLbl val="0"/>
      </c:catAx>
      <c:valAx>
        <c:axId val="328981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54680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A4A5-DF1F-9FB0-B766-E6ADA6D75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0AD267-AF8F-D542-8059-D8E3F4188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573D1-EF0E-0D09-14C7-E08668999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39F8D-3F0E-4D02-D738-13A035BB1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C5923-EC32-C093-24BD-0391BA77E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92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5B73B-3FCB-5D70-32E5-1FA83ECD1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E08C8-19CE-00EE-2AA5-573550B8A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4C14E-42FC-B508-1F75-69F8841D6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BC2F8-020F-0DDB-63FA-97EC96658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F85FC-AE66-75B7-5B01-BE9661ACB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4312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BB3C4-C20A-046C-A9F0-5F5784E55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B363A-E142-A5DA-5AE8-EAF673320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2413F-BE76-2C35-FE51-8DB93166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BD98C-39ED-9F3B-A5BB-C0A50B1AC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B2D30-54EC-04BF-BE5F-B819C36C9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2838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4A1A0-4E9E-8B16-6B20-F9FB5832A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2389F-2BF3-43A1-420F-BABDDCC902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A81E8-A1A8-D2C4-1BAD-979C6AB09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1E32F-ECD3-A1A8-53E7-ACE824CA0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DCB15-B201-B2A4-9BDD-961E848DD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7A19D-28EB-BB83-DB17-EEF297EB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538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8DEE-A2BF-CD27-1929-21591C30E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785E6-E0FF-379D-857B-5E5AAA598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7B391-DB98-A329-BCC6-90276E0CE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755FA7-3BA1-5759-47AC-ACB2AD40B1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390F2C-DB86-2C8E-96E1-3D53F14C77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A8AD2B-16E7-4D5C-87F6-9D657EAEE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4124D-AAE1-7BA1-8620-B48E33C5A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BC69B-5B9E-B645-F000-CAC7B9A85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9364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E21E4-37B9-BD00-1AEB-8BA95C329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0CD1E6-0051-0696-C602-CB617EF67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32210-78D1-95CA-90BD-94956037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2BE29-CE26-3BB7-3CF4-32020DA8E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292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C166F4-52BB-6FA5-740B-13EBD32AA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D65B75-5726-C5D8-B2BC-774D12963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06268-814D-09E3-0E6E-38DFB1363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212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83593-6C6E-944C-2B54-326046DDF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56FE2-E9E1-3217-E76A-732C72E21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7E564A-2C00-C010-8307-721202351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2D65C1-71BE-C67B-8D94-4BE9F7C9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EA3296-C8C4-1DD8-373E-598CEF0E8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A2953-BA32-30DD-ED9C-EC493D271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6723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AA19B-37DC-1D9F-3907-E05EC8D72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5AB57B-9EC1-CA63-5418-1284604625A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5F96AE-FC64-2E17-0511-50FE42C85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B9E19-95BF-6AC8-A953-DFFB4F6B9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8218E-DFB3-ACD9-827D-252D40033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08507-152A-86BC-A5A4-BE7358BD8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3039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00B65-D76C-FDB7-B252-179387F12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C55E0A-B018-9D34-0179-AC5BCA7D6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47A7F-FC11-5BA6-73D7-CAF3B7F3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A596D-CE75-F103-FE79-C54DCDA14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14E89-5223-3E58-E580-81D4FC6E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2653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F59342-ED91-1375-B387-19B8AE2852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CB452B-A706-404C-F637-0F47F8C46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8034A-264C-13E9-1D34-C1CDCA211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4B39F-2589-F6FA-EB77-DAFDCDBD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FE9C0-8F95-480E-9A7D-A1065376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305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20BE6F-DA86-861E-9F4A-80119FFA4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3CF7E-898B-EFEE-2792-71BBD7847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952C8-0A0C-3AA5-5A7F-1E8DAD056D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DFB86B-1E72-4FD8-A6EF-E2CEFDEDCAB6}" type="datetimeFigureOut">
              <a:rPr lang="en-AU" smtClean="0"/>
              <a:t>12/10/2026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DF7F5-4AD3-D007-6C3A-1ECF9E7593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9108C-3304-3B24-9F61-5F2CD0B05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4FD2DC-5A3E-41F6-8818-B295569E395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5106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DCBF52F-CCD6-1B6D-A749-4095DAF109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7431116"/>
              </p:ext>
            </p:extLst>
          </p:nvPr>
        </p:nvGraphicFramePr>
        <p:xfrm>
          <a:off x="1270000" y="12700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18402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Author A</dc:creator>
  <cp:lastModifiedBy>Author A</cp:lastModifiedBy>
  <cp:revision>2</cp:revision>
  <dcterms:created xsi:type="dcterms:W3CDTF">2026-10-12T02:34:17Z</dcterms:created>
  <dcterms:modified xsi:type="dcterms:W3CDTF">2026-10-12T02:34:28Z</dcterms:modified>
</cp:coreProperties>
</file>