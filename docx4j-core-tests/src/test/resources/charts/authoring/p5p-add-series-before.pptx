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D-4E2C-A46B-47C09C26E2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D-4E2C-A46B-47C09C26E2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DD-4E2C-A46B-47C09C26E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4680784"/>
        <c:axId val="328981184"/>
      </c:barChart>
      <c:catAx>
        <c:axId val="25468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81184"/>
        <c:crosses val="autoZero"/>
        <c:auto val="1"/>
        <c:lblAlgn val="ctr"/>
        <c:lblOffset val="100"/>
        <c:noMultiLvlLbl val="0"/>
      </c:catAx>
      <c:valAx>
        <c:axId val="328981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68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A4A5-DF1F-9FB0-B766-E6ADA6D75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AD267-AF8F-D542-8059-D8E3F4188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573D1-EF0E-0D09-14C7-E0866899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9F8D-3F0E-4D02-D738-13A035BB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C5923-EC32-C093-24BD-0391BA7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2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B73B-3FCB-5D70-32E5-1FA83ECD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08C8-19CE-00EE-2AA5-573550B8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4C14E-42FC-B508-1F75-69F8841D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C2F8-020F-0DDB-63FA-97EC9665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85FC-AE66-75B7-5B01-BE9661A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31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B3C4-C20A-046C-A9F0-5F5784E5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363A-E142-A5DA-5AE8-EAF673320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2413F-BE76-2C35-FE51-8DB93166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BD98C-39ED-9F3B-A5BB-C0A50B1A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2D30-54EC-04BF-BE5F-B819C36C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283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A1A0-4E9E-8B16-6B20-F9FB5832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389F-2BF3-43A1-420F-BABDDCC90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A81E8-A1A8-D2C4-1BAD-979C6AB09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1E32F-ECD3-A1A8-53E7-ACE824CA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DCB15-B201-B2A4-9BDD-961E848D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A19D-28EB-BB83-DB17-EEF297EB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3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8DEE-A2BF-CD27-1929-21591C30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785E6-E0FF-379D-857B-5E5AAA598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7B391-DB98-A329-BCC6-90276E0CE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55FA7-3BA1-5759-47AC-ACB2AD40B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90F2C-DB86-2C8E-96E1-3D53F14C7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8AD2B-16E7-4D5C-87F6-9D657EAE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4124D-AAE1-7BA1-8620-B48E33C5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BC69B-5B9E-B645-F000-CAC7B9A8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36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21E4-37B9-BD00-1AEB-8BA95C32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CD1E6-0051-0696-C602-CB617EF6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32210-78D1-95CA-90BD-94956037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2BE29-CE26-3BB7-3CF4-32020DA8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166F4-52BB-6FA5-740B-13EBD32A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65B75-5726-C5D8-B2BC-774D12963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06268-814D-09E3-0E6E-38DFB136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21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3593-6C6E-944C-2B54-326046DD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6FE2-E9E1-3217-E76A-732C72E21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E564A-2C00-C010-8307-721202351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D65C1-71BE-C67B-8D94-4BE9F7C9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A3296-C8C4-1DD8-373E-598CEF0E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A2953-BA32-30DD-ED9C-EC493D27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2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A19B-37DC-1D9F-3907-E05EC8D7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AB57B-9EC1-CA63-5418-1284604625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F96AE-FC64-2E17-0511-50FE42C85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B9E19-95BF-6AC8-A953-DFFB4F6B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8218E-DFB3-ACD9-827D-252D4003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08507-152A-86BC-A5A4-BE7358BD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03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0B65-D76C-FDB7-B252-179387F1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55E0A-B018-9D34-0179-AC5BCA7D6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7A7F-FC11-5BA6-73D7-CAF3B7F3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A596D-CE75-F103-FE79-C54DCDA1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14E89-5223-3E58-E580-81D4FC6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265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F59342-ED91-1375-B387-19B8AE285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B452B-A706-404C-F637-0F47F8C46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034A-264C-13E9-1D34-C1CDCA21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4B39F-2589-F6FA-EB77-DAFDCDBD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FE9C0-8F95-480E-9A7D-A1065376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05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20BE6F-DA86-861E-9F4A-80119FFA4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3CF7E-898B-EFEE-2792-71BBD784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952C8-0A0C-3AA5-5A7F-1E8DAD056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DF7F5-4AD3-D007-6C3A-1ECF9E759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108C-3304-3B24-9F61-5F2CD0B05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10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DCBF52F-CCD6-1B6D-A749-4095DAF109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237466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8402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2026-10-12T02:34:17Z</dcterms:created>
  <dcterms:modified xsi:type="dcterms:W3CDTF">2026-10-12T02:34:22Z</dcterms:modified>
</cp:coreProperties>
</file>