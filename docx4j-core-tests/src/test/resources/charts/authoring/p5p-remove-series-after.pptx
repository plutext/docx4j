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9A-4E3E-8423-EE0A7C2BB7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9A-4E3E-8423-EE0A7C2BB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8403440"/>
        <c:axId val="1903184864"/>
      </c:barChart>
      <c:catAx>
        <c:axId val="190840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3184864"/>
        <c:crosses val="autoZero"/>
        <c:auto val="1"/>
        <c:lblAlgn val="ctr"/>
        <c:lblOffset val="100"/>
        <c:noMultiLvlLbl val="0"/>
      </c:catAx>
      <c:valAx>
        <c:axId val="1903184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840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BFEB-87C6-1F56-DE6C-3A7B3CE77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5F6F9-E183-4ABF-D1B9-A91C63CDD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4042-1415-9744-A877-7987DC96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C46F5-C7D1-EFE4-6B95-BF857EC0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817EF-D6BA-4B0A-673A-75BBA035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98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C441-49C5-AFFC-20F3-E2C5C49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D974E-AF98-A491-D951-24AA6358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93E82-8110-8269-5FCD-49619A12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F0D0-8162-E83C-CCA7-A8C5DA0C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DB055-A77D-5529-D282-5E0140C6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3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3C54-1D32-B0B7-B29E-76FB7368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B06AA-1D1A-4A26-4E54-2F31D79A5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2CD5B-EB6A-DA2B-D989-CFB2F5FB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04AB-C5F2-EA34-AE8E-DF6F323F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63D57-23FC-5BBA-79A7-D857D6C0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35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D13B4-A50F-E670-691A-DDFE6784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230F-D4FD-F827-8020-86267E012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15BB7-0BD3-9494-15F3-1E7902544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86C18-E8C1-842B-9716-203ADA11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E94D7-F066-31C8-C3B4-C6E5CA9D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65DF1-1EEC-2521-10B2-911FAB0C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11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5692-6651-3244-EB27-0F7BFA5C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4FBC1-2490-E091-96D4-5CCAA8F0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81E70-0C2A-35A7-4B28-AEE4F22AC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40568-34AB-5CEE-D162-0CCF75FAB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B1C68-235B-20FD-BB88-036774698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9C741-3950-2ED4-B9E7-CC9E6D9F1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D1D3-979E-70EF-B7B8-BEBD30CE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11F2E-E9B8-4DF3-1B4F-31E865B9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296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3340-DC52-00D0-A94A-D19680EF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A734E-D367-13C7-54FE-59CD63C9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FCC3D-765E-0D4D-FEFF-0F43A561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58558-82B8-738B-09FA-9BF819B9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59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70957-F439-3228-7533-DAA6F64D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A237C-3110-68E9-003B-D36CC73A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14602-70F2-B6D8-B402-C26BDB58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95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9B34-4DC1-781E-D665-373E190A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2969-4FA0-7BAB-698E-FC06C7F03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86C8D-14EE-CF5D-2675-FC1D229C0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4023D-2AF2-0096-AA6B-3476ECCD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74669-BFA8-E489-46A6-C0094531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4D155-C7A0-99EE-90A4-5146A800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82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31B9-C06D-4559-BF44-2D6F1D19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395E1-3298-5256-5E03-8606A9013B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A5E80-D16D-526D-1406-187020E2F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594D7-601C-406D-4B94-099425BB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140FF-8B47-E466-1167-216845B5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16B91-D10D-89AA-6D63-1A2931D3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44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4051-30F2-DD5D-FA30-3643A8AB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87F29-1DC0-E596-CF1E-91B03AE55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FE5B0-282C-ADD9-2374-93915748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2260E-7C89-E613-3934-6FC0E4FE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8AC7D-5114-0D20-9963-5B39063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704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A1440-7AFB-8068-8FED-9D5CD7D9A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7BFBE-1AF8-60CE-1CED-206EC97CC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0605B-F52F-2BD5-054D-4B04FA71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17883-A4DF-42C3-D7F7-C3884798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D5D4-DF9A-327E-F2A3-68C44C4A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7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B3847-CC4B-CCCB-1C94-BE162093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318BB-4A49-1B10-D834-E92D458F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B073-7DD3-3DD2-E480-A208A3610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F3DF5-B0DE-16D1-A776-ABBA0E652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C870D-8DC8-FF14-7814-4594CDF4D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000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186DF25-7FDB-A7A3-ADE4-32C6769E17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166231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1395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2</cp:revision>
  <dcterms:created xsi:type="dcterms:W3CDTF">2026-10-12T03:05:09Z</dcterms:created>
  <dcterms:modified xsi:type="dcterms:W3CDTF">2026-10-12T03:05:23Z</dcterms:modified>
</cp:coreProperties>
</file>