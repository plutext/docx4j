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F0-42C8-9511-31E682BC41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7.5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F0-42C8-9511-31E682BC41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F0-42C8-9511-31E682BC4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4684960"/>
        <c:axId val="328985024"/>
      </c:barChart>
      <c:catAx>
        <c:axId val="254684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985024"/>
        <c:crosses val="autoZero"/>
        <c:auto val="1"/>
        <c:lblAlgn val="ctr"/>
        <c:lblOffset val="100"/>
        <c:noMultiLvlLbl val="0"/>
      </c:catAx>
      <c:valAx>
        <c:axId val="328985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4684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9A7E-660E-F56D-55CD-FC7E2C8E9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188DD-7D95-7D77-AF99-89302C810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30675-EEC5-12FF-3B99-F4C079A16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09F03-F2E0-9F28-E5BF-791A645F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8B4A5-28D5-AF47-2F42-2635052C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1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3713-F3FD-B376-056C-816D5670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2B35-8451-BB96-83FF-BF83490B3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72137-B9B5-04A8-7BA7-233D0DC8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AB290-E2CE-3582-21FC-143371F5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3D467-CFC3-CAE4-106B-DFF543A9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116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4E48-436B-F796-8C70-CDFC527A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106E4-42C4-CA0F-B5D9-AE9A500A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F2257-05ED-687E-33A4-648D2D3F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3A66F-979B-9119-E689-C8A61C5D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450EE-13CD-CBFB-75CC-2962EF92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71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20D1-0399-E870-420F-3A7FC506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1610F-9021-E20C-AB22-66D579FB8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E9723-1CF0-CE42-28C5-179940D7B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B4096-32F2-6D3B-D80C-4385B1ED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EFC3A-DCC1-5AFB-6035-40A8E35B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791BD-B2B1-6253-556B-DBDECBAD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371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DF7D-9381-27D3-E2EB-DBB627B7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7CC97-9DFC-B21E-B14D-6D58984EE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72F47-6199-2502-B2B1-2BE7C6090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DA55B-2713-25C3-13A6-B025998CD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B3DC8-45E2-2198-1B3D-00394478E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8D9B8-4734-300D-79D3-7807C12A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A8BED-A592-7410-383A-2D719F56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E0012-C8FE-936C-E737-12D123BF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04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D77F-23E8-D0E2-45DE-3E1AC392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A0D50-5C4A-1D88-1268-BD309E86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17DCF-8F36-4554-07F6-F62AA842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379F0-E97D-D666-116B-DFA1DEF3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39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9CD1D-8059-B610-5F66-4AFB6786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F383D-4E2E-825B-8133-F47567AB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D8BEC-2C93-C5AE-2EC1-6B07004D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0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254A-9BBF-328A-0A21-1372EDB7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9EE58-B17F-F3A9-D994-A9C7D0E3A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C5F33-3111-F2EA-B28B-3E91E9106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F6B20-5586-8692-032F-DACFA631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66BA7-7BC9-102A-9A41-8CEA9377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2045C-9136-4347-9791-467B3778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99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41F2-7F7E-1A38-4055-0A85CD7B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30A82-6B11-0324-4473-E53B593F49E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33EBD-0125-CFF6-3852-2A8FF595B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403A2-A4FB-FA73-9535-E5276193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30E8C-4CB4-464A-E665-29786B55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EB7B3-9636-EFA7-8189-8B338EC7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62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7A00-B373-949B-EE86-693CCE02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E9263-547F-C1DE-BDBE-8F3124473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D55ED-2699-89E2-F009-27186E71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3A3C-4780-3D0A-8551-CE1E59EC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65989-A3D5-917E-EA23-71EC2C7C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2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B592F3-6E44-0F89-7B54-F352DF39B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D73B2-CF75-9BC6-2BE6-F78C4F8D6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F844F-1AE1-56E8-5266-6AA85183C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9BAA9-95D3-B362-52C8-A0C28789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BE3F7-A868-CB7D-C828-BA404D40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697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65BED-DBC7-8A29-9E1E-7DA10B5F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ECF09-1BEE-9D0E-AACE-3F84AF03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A086-0DF1-C014-9996-EEFF74883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13714-F4B9-4F66-DCAB-51E892DC8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A47EC-B990-81F9-21BE-9EF507B26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32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BD6D4C6-D702-BB11-1F1B-81AD293C9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573916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775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2</cp:revision>
  <dcterms:created xsi:type="dcterms:W3CDTF">2026-10-12T02:33:54Z</dcterms:created>
  <dcterms:modified xsi:type="dcterms:W3CDTF">2026-10-12T02:34:05Z</dcterms:modified>
</cp:coreProperties>
</file>