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6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FD-4535-9602-BF5B9CB68A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FD-4535-9602-BF5B9CB68A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FD-4535-9602-BF5B9CB68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4644719"/>
        <c:axId val="311087391"/>
      </c:barChart>
      <c:catAx>
        <c:axId val="32464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1087391"/>
        <c:crosses val="autoZero"/>
        <c:auto val="1"/>
        <c:lblAlgn val="ctr"/>
        <c:lblOffset val="100"/>
        <c:noMultiLvlLbl val="0"/>
      </c:catAx>
      <c:valAx>
        <c:axId val="311087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464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9305-5B02-1EC7-1A2A-9C9FE4BD0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320CA-6261-7551-9D7D-0E03C42E5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D704E-FE2B-E851-B74B-8F68B94EE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A410-A587-574F-2981-06A8C30D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AF98C-525C-410D-85A7-E9B5AE37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17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9BA2-1ABF-D02B-7D4A-F04C79276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1FFA0-75FB-7F55-79E2-9A1EC440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6BDCB-ABB3-4C3A-46CD-425CAD55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E5F41-C064-0674-99B6-2FC0CAC6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291E0-C5A1-303A-40B5-3A69ECC1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53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857D9-7989-8905-69F1-D8B1B9EB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AF737-F993-97A7-403F-6A5C50B12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94044-DD0B-76CD-5B0C-58B0769E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AECC6-F044-441A-1ADC-46A45F9F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4EA67-6073-0D95-3240-13260D5F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908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4046-9BAD-EB6A-EC9E-BFB63D01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4F20-B4BC-BC3F-800A-8FFFA139B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C2EBC-F1EE-ACB2-969A-3D4004132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C110D-28B8-8300-FD7B-B97002AE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D8F0C-766A-35FA-55E1-A91C841FF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7DC5C-7075-A3D2-24AA-B8C9B33C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0785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F3FD-1E2A-BFCD-0130-1FC5B582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C361E-9D13-7E72-A0D8-2C500FFD0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AA601-0FEF-D7C7-4DEA-91308AA50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E175CC-C17F-732A-6D64-A3D7307FD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E5CF1-B31B-5319-2C37-280DF19DC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AD731-77A9-5E60-5D57-36894198D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24DA1-CF1C-2030-EDD5-A70B841E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C1D1B-D8FF-B79D-D81E-250B61B7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25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3948-70A1-0AEB-7C57-E8D00D8D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88C23-CD54-BA0D-A185-4923525F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FDDEA-AD7A-E1D3-D317-3D70F70A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91C5B-3850-CFF2-D49D-6D559D53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4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8484C-EA50-37FB-7907-14C54C63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797CB-0C49-7427-020F-3FDAD9C4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21954-0212-C97A-82FB-1267C291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02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A948-AF7F-B8F2-1000-3ACDBE52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EF82-36F9-3B43-9DE1-128234888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E6C0E-FBAD-69B7-5B5E-80A8A082B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DB590-742F-7224-F4A1-1BD295A0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4BE4C-5964-5077-70F0-BD12A12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5F870-C425-C745-C87C-38B01B27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140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23DC-B8E4-5942-EF5F-76DA4E07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328E4-8C7D-C2B1-91A7-3E924F8054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4F08B-2C7F-71B9-9C4B-2A89AEDFB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DE702-10CB-8821-5BC3-92944B85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76588-E469-9181-06E7-EB98E2EC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5F123-EFB1-A3DD-C8C5-A2FE69FE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27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6613-B371-D4F4-A1D8-E66EDF03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507A00-E244-5B81-5E66-525446578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F654E-BEED-09BD-2837-65222574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8171B-0787-62B6-AA65-5626A975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8BC68-76F6-80AA-C3EC-EA148510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0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61765-908D-4481-1936-D9977CDCF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39C3E-3105-8EF7-D41F-9EBE953A1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5ABAD-AB3A-F870-EFA8-8F9497A0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8209E-694A-C11C-7110-B29426A45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4CFAF-A340-0AA9-EAEC-B79C079B3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9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90CD40-2AAF-39D0-3D4D-30180BFC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1C077-9A66-1E47-F71B-F83780403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95498-0373-4784-0BF7-ADD348A13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46154-9E6D-4278-A44A-FED3CF2E8B8A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E8D90-29A3-2910-EAD3-F30E2D83C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B4D7B-F2CE-D033-F9B3-048FAADAE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25768-1D40-4FDB-B6FA-7DA0302CB2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075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905CD96-8AD5-1EE0-3272-7EB34F093DDD}"/>
              </a:ext>
            </a:extLst>
          </p:cNvPr>
          <p:cNvGraphicFramePr>
            <a:graphicFrameLocks/>
          </p:cNvGraphicFramePr>
          <p:nvPr/>
        </p:nvGraphicFramePr>
        <p:xfrm>
          <a:off x="33528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9998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2026-10-11T22:26:50Z</dcterms:created>
  <dcterms:modified xsi:type="dcterms:W3CDTF">2026-10-11T22:26:51Z</dcterms:modified>
</cp:coreProperties>
</file>