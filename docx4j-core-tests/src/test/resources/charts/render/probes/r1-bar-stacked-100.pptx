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3910241589" r:id="rId1"/>
  </p:sldMasterIdLst>
  <p:sldIdLst>
    <p:sldId id="724376944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autoTitleDeleted val="false"/>
    <c:plotArea>
      <c:layout/>
      <c:barChart>
        <c:barDir val="bar"/>
        <c:grouping val="percentStacke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0-6735-1F27-A464-306FA89B32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1-6735-1F27-A464-306FA89B32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2-6735-1F27-A464-306FA89B3203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gapWidth val="150"/>
        <c:overlap val="100"/>
        <c:axId val="1880437515"/>
        <c:axId val="2091706464"/>
      </c:barChart>
      <c:catAx>
        <c:axId val="1880437515"/>
        <c:scaling>
          <c:orientation val="minMax"/>
        </c:scaling>
        <c:delete val="false"/>
        <c:axPos val="l"/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1706464"/>
        <c:crosses val="autoZero"/>
        <c:auto val="true"/>
        <c:lblAlgn val="ctr"/>
        <c:lblOffset val="100"/>
        <c:noMultiLvlLbl val="false"/>
      </c:catAx>
      <c:valAx>
        <c:axId val="2091706464"/>
        <c:scaling>
          <c:orientation val="minMax"/>
        </c:scaling>
        <c:delete val="false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true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04375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3888974875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69D1ECDA-AE18-AE8A-8D38-818337507F51}"/>
              </a:ext>
            </a:extLst>
          </p:cNvPr>
          <p:cNvGraphicFramePr/>
          <p:nvPr>
            <p:extLst>
              <p:ext uri="{D42A27DB-BD31-4B8C-83A1-F6EECF244321}">
                <p14:modId val="2427909340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