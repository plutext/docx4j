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Override ContentType="application/vnd.openxmlformats-officedocument.drawingml.chart+xml" PartName="/ppt/charts/chart1.xml"/>
  <Override ContentType="application/vnd.ms-office.chartcolorstyle+xml" PartName="/ppt/charts/colors1.xml"/>
  <Override ContentType="application/vnd.ms-office.chartstyle+xml" PartName="/ppt/charts/style1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theme+xml" PartName="/ppt/theme/theme1.xml"/>
</Types>
</file>

<file path=_rels/.rels><?xml version="1.0" encoding="UTF-8" standalone="yes"?>
<Relationships xmlns="http://schemas.openxmlformats.org/package/2006/relationships">
    <Relationship Target="ppt/presentation.xml" Type="http://schemas.openxmlformats.org/officeDocument/2006/relationships/officeDocument" Id="rId1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>
  <p:sldMasterIdLst>
    <p:sldMasterId id="3032001635" r:id="rId1"/>
  </p:sldMasterIdLst>
  <p:sldIdLst>
    <p:sldId id="845366663" r:id="rId3"/>
  </p:sldIdLst>
  <p:sldSz cx="9906000" cy="6858000" type="A4"/>
  <p:notesSz cx="6858000" cy="9144000"/>
</p:presentation>
</file>

<file path=ppt/_rels/presentation.xml.rels><?xml version="1.0" encoding="UTF-8" standalone="yes"?>
<Relationships xmlns="http://schemas.openxmlformats.org/package/2006/relationships">
    <Relationship Target="slideMasters/slideMaster1.xml" Type="http://schemas.openxmlformats.org/officeDocument/2006/relationships/slideMaster" Id="rId1"/>
    <Relationship Target="theme/theme1.xml" Type="http://schemas.openxmlformats.org/officeDocument/2006/relationships/theme" Id="rId2"/>
    <Relationship Target="slides/slide1.xml" Type="http://schemas.openxmlformats.org/officeDocument/2006/relationships/slide" Id="rId3"/>
</Relationships>

</file>

<file path=ppt/charts/_rels/chart1.xml.rels><?xml version="1.0" encoding="UTF-8" standalone="yes"?>
<Relationships xmlns="http://schemas.openxmlformats.org/package/2006/relationships">
    <Relationship Target="style1.xml" Type="http://schemas.microsoft.com/office/2011/relationships/chartStyle" Id="rId1"/>
    <Relationship Target="colors1.xml" Type="http://schemas.microsoft.com/office/2011/relationships/chartColorStyle" Id="rId2"/>
    <Relationship Target="../embeddings/Microsoft_Excel_Worksheet.xlsx" Type="http://schemas.openxmlformats.org/officeDocument/2006/relationships/package" Id="rId3"/>
</Relationships>

</file>

<file path=ppt/charts/chart1.xml><?xml version="1.0" encoding="utf-8"?>
<c:chartSpac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>
  <c:date1904 val="false"/>
  <c:lang val="en-US"/>
  <c:roundedCorners val="false"/>
  <mc:AlternateContent>
    <mc:Choice Requires="c14">
      <c14:style val="102"/>
    </mc:Choice>
    <mc:Fallback>
      <c:style xmlns:c16r2="http://schemas.microsoft.com/office/drawing/2015/06/chart" val="2"/>
    </mc:Fallback>
  </mc:AlternateContent>
  <c:chart>
    <c:title>
      <c:overlay val="false"/>
      <c:spPr>
        <a:noFill/>
        <a:ln>
          <a:noFill/>
        </a:ln>
        <a:effectLst/>
      </c:spPr>
      <c:txPr>
        <a:bodyPr rot="0" spcFirstLastPara="true" vertOverflow="ellipsis" vert="horz" wrap="square" anchor="ctr" anchorCtr="true"/>
        <a:lstStyle/>
        <a:p>
          <a:pPr>
            <a:defRPr sz="1862" b="false" i="false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false"/>
    <c:plotArea>
      <c:layout/>
      <c:pieChart>
        <c:varyColors val="true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false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false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false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false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uri="{C3380CC4-5D6E-409C-BE32-E72D297353CC}">
              <c16:uniqueId xmlns:c16r2="http://schemas.microsoft.com/office/drawing/2015/06/chart" val="{00000000-E772-E7FF-F82B-683864EC5DD5}"/>
            </c:ext>
          </c:extLst>
        </c:ser>
        <c:dLbls>
          <c:showLegendKey val="false"/>
          <c:showVal val="false"/>
          <c:showCatName val="false"/>
          <c:showSerName val="false"/>
          <c:showPercent val="false"/>
          <c:showBubbleSize val="false"/>
          <c:showLeaderLines val="true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false"/>
      <c:spPr>
        <a:noFill/>
        <a:ln>
          <a:noFill/>
        </a:ln>
        <a:effectLst/>
      </c:spPr>
      <c:txPr>
        <a:bodyPr rot="0" spcFirstLastPara="true" vertOverflow="ellipsis" vert="horz" wrap="square" anchor="ctr" anchorCtr="true"/>
        <a:lstStyle/>
        <a:p>
          <a:pPr>
            <a:defRPr sz="1197" b="false" i="false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true"/>
    <c:dispBlanksAs val="gap"/>
    <c:showDLblsOverMax val="false"/>
    <c:extLst>
      <c:ext uri="{56B9EC1D-385E-4148-901F-78D8002777C0}">
        <c16r3:dataDisplayOptions16>
          <c16r3:dispNaAsBlank val="true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false"/>
  </c:externalData>
</c:chartSpace>
</file>

<file path=ppt/charts/colors1.xml><?xml version="1.0" encoding="utf-8"?>
<cs:colorStyl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true" vertOverflow="clip" horzOverflow="clip" vert="horz" wrap="square" lIns="36576" tIns="18288" rIns="36576" bIns="18288" anchor="ctr" anchorCtr="true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false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slideLayout1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c16r3="http://schemas.microsoft.com/office/drawing/2017/03/chart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  <Relationship Target="../slideLayouts/slideLayout1.xml" Type="http://schemas.openxmlformats.org/officeDocument/2006/relationships/slideLayout" Id="rId1"/>
    <Relationship Target="../theme/theme1.xml" Type="http://schemas.openxmlformats.org/officeDocument/2006/relationships/theme" Id="rId2"/>
</Relationships>

</file>

<file path=ppt/slideMasters/slideMaster1.xml><?xml version="1.0" encoding="utf-8"?>
<p:sldMaster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c16r3="http://schemas.microsoft.com/office/drawing/2017/03/chart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33635527" r:id="rId1"/>
  </p:sldLayoutIdLst>
</p:sldMaster>
</file>

<file path=ppt/slides/_rels/slide1.xml.rels><?xml version="1.0" encoding="UTF-8" standalone="yes"?>
<Relationships xmlns="http://schemas.openxmlformats.org/package/2006/relationships">
    <Relationship Target="../slideLayouts/slideLayout1.xml" Type="http://schemas.openxmlformats.org/officeDocument/2006/relationships/slideLayout" Id="rId1"/>
    <Relationship Target="../charts/chart1.xml" Type="http://schemas.openxmlformats.org/officeDocument/2006/relationships/chart" Id="rId2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v="urn:schemas-microsoft-com:v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id="{5494E21F-DF38-431B-F20F-9F38497CD1DB}"/>
              </a:ext>
            </a:extLst>
          </p:cNvPr>
          <p:cNvGraphicFramePr/>
          <p:nvPr>
            <p:extLst>
              <p:ext uri="{D42A27DB-BD31-4B8C-83A1-F6EECF244321}">
                <p14:modId val="2856663601"/>
              </p:ext>
            </p:extLst>
          </p:nvPr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r:id="rId2"/>
          </a:graphicData>
        </a:graphic>
      </p:graphicFrame>
    </p:spTree>
  </p:cSld>
</p:sld>
</file>

<file path=ppt/theme/theme1.xml><?xml version="1.0" encoding="utf-8"?>
<a:them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Tahoma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objectDefaults/>
  <a:extraClrSchemeLst/>
  <a:extLst>
    <a:ext uri="{05A4C25C-085E-4340-85A3-A5531E510DB2}">
      <thm15:themeFamily name="Office Theme" id="{62F939B6-93AF-4DB8-9C6B-D6C7DFDC589F}" vid="{4A3C46E8-61CC-4603-A589-7422A47A8E4A}"/>
    </a:ext>
  </a:extLst>
</a:theme>
</file>