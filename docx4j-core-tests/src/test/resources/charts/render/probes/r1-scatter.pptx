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2463032939" r:id="rId1"/>
  </p:sldMasterIdLst>
  <p:sldIdLst>
    <p:sldId id="52988654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title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862" b="false" i="false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false"/>
    <c:plotArea>
      <c:layout/>
      <c:scatterChart>
        <c:scatterStyle val="lineMarker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false"/>
          <c:extLst>
            <c:ext uri="{C3380CC4-5D6E-409C-BE32-E72D297353CC}">
              <c16:uniqueId xmlns:c16r2="http://schemas.microsoft.com/office/drawing/2015/06/chart" val="{00000000-A461-BFBB-2B35-68BAD0890120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axId val="127129293"/>
        <c:axId val="1843060975"/>
      </c:scatterChart>
      <c:valAx>
        <c:axId val="127129293"/>
        <c:scaling>
          <c:orientation val="minMax"/>
        </c:scaling>
        <c:delete val="false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true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3060975"/>
        <c:crosses val="autoZero"/>
        <c:crossBetween val="midCat"/>
      </c:valAx>
      <c:valAx>
        <c:axId val="1843060975"/>
        <c:scaling>
          <c:orientation val="minMax"/>
        </c:scaling>
        <c:delete val="false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true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12929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7414435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2637F9ED-614A-B426-C6AF-CD08F39CF28D}"/>
              </a:ext>
            </a:extLst>
          </p:cNvPr>
          <p:cNvGraphicFramePr/>
          <p:nvPr>
            <p:extLst>
              <p:ext uri="{D42A27DB-BD31-4B8C-83A1-F6EECF244321}">
                <p14:modId val="220979329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