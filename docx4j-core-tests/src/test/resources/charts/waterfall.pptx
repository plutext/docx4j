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57" d="100"/>
          <a:sy n="57" d="100"/>
        </p:scale>
        <p:origin x="210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Microsoft_Excel_Worksheet.xlsx"/></Relationships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Sheet1!$A$2:$A$9</cx:f>
        <cx:lvl ptCount="8">
          <cx:pt idx="0">Category 1</cx:pt>
          <cx:pt idx="1">Category 2</cx:pt>
          <cx:pt idx="2">Category 3</cx:pt>
          <cx:pt idx="3">Category 4</cx:pt>
          <cx:pt idx="4">Category 5</cx:pt>
          <cx:pt idx="5">Category 6</cx:pt>
          <cx:pt idx="6">Category 7</cx:pt>
          <cx:pt idx="7">Category 8</cx:pt>
        </cx:lvl>
      </cx:strDim>
      <cx:numDim type="val">
        <cx:f>Sheet1!$B$2:$B$9</cx:f>
        <cx:lvl ptCount="8" formatCode="General">
          <cx:pt idx="0">100</cx:pt>
          <cx:pt idx="1">20</cx:pt>
          <cx:pt idx="2">50</cx:pt>
          <cx:pt idx="3">-40</cx:pt>
          <cx:pt idx="4">130</cx:pt>
          <cx:pt idx="5">-60</cx:pt>
          <cx:pt idx="6">70</cx:pt>
          <cx:pt idx="7">140</cx:pt>
        </cx:lvl>
      </cx:numDim>
    </cx:data>
  </cx:chartData>
  <cx:chart>
    <cx:title pos="t" align="ctr" overlay="0"/>
    <cx:plotArea>
      <cx:plotAreaRegion>
        <cx:series layoutId="waterfall" uniqueId="{9FA23F5C-2449-4497-88C3-758DCADC0554}">
          <cx:tx>
            <cx:txData>
              <cx:f>Sheet1!$B$1</cx:f>
              <cx:v>Series1</cx:v>
            </cx:txData>
          </cx:tx>
          <cx:dataLabels pos="outEnd">
            <cx:visibility seriesName="0" categoryName="0" value="1"/>
          </cx:dataLabels>
          <cx:dataId val="0"/>
          <cx:layoutPr>
            <cx:subtotals>
              <cx:idx val="0"/>
              <cx:idx val="4"/>
              <cx:idx val="7"/>
            </cx:subtotals>
          </cx:layoutPr>
        </cx:series>
      </cx:plotAreaRegion>
      <cx:axis id="0">
        <cx:catScaling gapWidth="0.5"/>
        <cx:tickLabels/>
      </cx:axis>
      <cx:axis id="1">
        <cx:valScaling/>
        <cx:majorGridlines/>
        <cx:tickLabels/>
      </cx:axis>
    </cx:plotArea>
    <cx:legend pos="t" align="ctr" overlay="0"/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39F67-6778-AC81-1641-2F65FB4F8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43F568-324F-77D7-ACD6-FC4B25239F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962CE7-0ABC-7FF1-6025-805C3A124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A3A54-A1ED-4F56-900F-8C936D2894AF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7BB00-1DC8-1516-77B6-7E9BB146A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13D39-33F1-5E48-B926-6493AE18C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61C24-8B01-4B1F-AE19-BBAD2D32F6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0823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41A01-A044-2C05-0E98-79AA10F56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56419-7C11-AE2F-DAD9-2175F5263E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8026ED-3092-8DC3-E84B-B0B4E7342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A3A54-A1ED-4F56-900F-8C936D2894AF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D5146-7BCC-924B-A93A-89B72A955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368BC-D744-9296-A112-41C788E90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61C24-8B01-4B1F-AE19-BBAD2D32F6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5936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01FBC-8038-A888-7D7A-8CBCA4539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2046F0-AE5D-B718-DAD3-6F5D708A3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215552-6ACE-ECF2-72AC-E8102A598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A3A54-A1ED-4F56-900F-8C936D2894AF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A2B9B-759E-7A1B-4BEF-7BAA49E57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0FBC7-C1ED-5077-6E2E-F6E12521A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61C24-8B01-4B1F-AE19-BBAD2D32F6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461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50B8D-12E4-992F-E7D8-C4CB47D8C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28B24-8E87-1457-F336-934CA57F2F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1042F8-9963-2461-B5BC-704D9A0507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DE043D-33C9-00B9-1177-F945E1FD5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A3A54-A1ED-4F56-900F-8C936D2894AF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BE7E4C-48E3-A2C2-EE48-570EDB057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6D1CBF-64AA-C511-126B-836105919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61C24-8B01-4B1F-AE19-BBAD2D32F6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33561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E4362-CC22-BA30-1EAB-247BD42F6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41A99-17AB-2774-88C9-17472CC6E8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4C0F50-FA34-46BB-CF85-15636E1A0A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860BC5-6A2D-F41A-75FD-499515B31D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8C81B1-1363-1B93-8975-EA66E5F38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B52392-A0A5-4A28-9A34-085C07554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A3A54-A1ED-4F56-900F-8C936D2894AF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96F27A-4E15-4643-4341-C8E170D3C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D3B3EE-49FF-63D6-527C-8CE330FBF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61C24-8B01-4B1F-AE19-BBAD2D32F6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7167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598AA-C9DC-3B69-A7AA-6E6B1718F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5E1497-C789-9923-DDCC-70D58E45C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A3A54-A1ED-4F56-900F-8C936D2894AF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CA2F6B-2A73-30A2-7810-33D6AF5D6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C86859-13AF-87C6-BC36-98BB7F631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61C24-8B01-4B1F-AE19-BBAD2D32F6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0974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D3298B-15D2-D5F2-9BD1-D9435F22F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A3A54-A1ED-4F56-900F-8C936D2894AF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750324-3645-A3F9-1C3B-E1BDFEE47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FF37CB-A8B4-6592-CF65-31F314F86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61C24-8B01-4B1F-AE19-BBAD2D32F6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4742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DBDED-A428-A1BA-ACF5-102FBA8EF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D4DB3-0FF4-EF9D-78EF-408E539CF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B36DF0-4964-7605-C819-822DC49A51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DDDC1-24BF-CBB8-C1ED-7766B00D6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A3A54-A1ED-4F56-900F-8C936D2894AF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358FEF-95F6-8DA6-3FDB-F72EA59A8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7BD029-4542-3504-E8C6-39B21B306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61C24-8B01-4B1F-AE19-BBAD2D32F6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8682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D9316-723F-6EA9-DCAA-3D2FE6FE6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6FFD94-AC40-4A0D-73DA-31D44EFD50E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F9627D-AC94-65E8-E511-052C0DAD70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EC85D9-D08C-F3D4-652F-491BAED2C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A3A54-A1ED-4F56-900F-8C936D2894AF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FE6780-3276-879C-C69C-D4EFECD46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49C3F4-AE36-9ED6-63C1-977F57DB6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61C24-8B01-4B1F-AE19-BBAD2D32F6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4057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4E944-8D71-E87F-D735-435F8A54C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906FC8-57D4-D7D5-0616-72468F6009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22625E-58BA-2EB9-2BBE-A10370B8E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A3A54-A1ED-4F56-900F-8C936D2894AF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7CEA6-E5A7-4ECA-848D-51FE913B9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1A61F-5872-A685-2150-DACDB311B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61C24-8B01-4B1F-AE19-BBAD2D32F6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7995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C79C20-12ED-BE87-FF0E-160117C18A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3A5AE3-0FD1-CA78-8DCA-71B2B961BB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20641-5391-854A-DF4C-5D7E567DE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A3A54-A1ED-4F56-900F-8C936D2894AF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3AE634-5531-AEF0-F564-0A9396A6F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D15FF4-B0E8-6833-1A34-943AFD6E2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61C24-8B01-4B1F-AE19-BBAD2D32F6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4457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755F4F-E68C-7D3F-C39A-2EB86CD5E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0C24DA-F994-A388-51B6-5A15183D7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9553D5-419A-F139-5E94-C8053D8C99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5A3A54-A1ED-4F56-900F-8C936D2894AF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C8A3BB-AE26-7C84-3A38-99BFCEA10A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6CB86E-B9EB-84F3-7D46-557E3AA3B2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861C24-8B01-4B1F-AE19-BBAD2D32F6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0969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6" name="Chart 5">
                <a:extLst>
                  <a:ext uri="{FF2B5EF4-FFF2-40B4-BE49-F238E27FC236}">
                    <a16:creationId xmlns:a16="http://schemas.microsoft.com/office/drawing/2014/main" id="{8B71C537-26F3-C761-2D11-0D0483CA023F}"/>
                  </a:ext>
                </a:extLst>
              </p:cNvPr>
              <p:cNvGraphicFramePr/>
              <p:nvPr/>
            </p:nvGraphicFramePr>
            <p:xfrm>
              <a:off x="2032000" y="719666"/>
              <a:ext cx="8128000" cy="5418667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6" name="Chart 5">
                <a:extLst>
                  <a:ext uri="{FF2B5EF4-FFF2-40B4-BE49-F238E27FC236}">
                    <a16:creationId xmlns:a16="http://schemas.microsoft.com/office/drawing/2014/main" id="{8B71C537-26F3-C761-2D11-0D0483CA023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32000" y="719666"/>
                <a:ext cx="8128000" cy="541866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07186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Author A</dc:creator>
  <cp:lastModifiedBy>Author A</cp:lastModifiedBy>
  <cp:revision>1</cp:revision>
  <dcterms:created xsi:type="dcterms:W3CDTF">2026-10-11T19:02:16Z</dcterms:created>
  <dcterms:modified xsi:type="dcterms:W3CDTF">2026-10-11T19:03:19Z</dcterms:modified>
</cp:coreProperties>
</file>