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1_A987BC77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C2D0B-8267-47C3-1395-767C976A08A1}" name="Buck Cronk" initials="BC" userId="S::buck.cronk@oracle.com::e3c6b3cb-3934-4469-971e-65d99e8e31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E-DB4F-82B8-9FA59338BB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DE-DB4F-82B8-9FA59338BB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DE-DB4F-82B8-9FA59338B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2957696"/>
        <c:axId val="1202950976"/>
      </c:barChart>
      <c:catAx>
        <c:axId val="120295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50976"/>
        <c:crosses val="autoZero"/>
        <c:auto val="1"/>
        <c:lblAlgn val="ctr"/>
        <c:lblOffset val="100"/>
        <c:noMultiLvlLbl val="0"/>
      </c:catAx>
      <c:valAx>
        <c:axId val="120295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5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1_A987BC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3CEB8C-E68C-084F-8002-53BA267FBCD2}" authorId="{D66C2D0B-8267-47C3-1395-767C976A08A1}" created="2026-05-18T23:01:55.0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44245111" sldId="257"/>
      <ac:spMk id="3" creationId="{56659569-C375-530E-E89F-C05AA833D7DC}"/>
      <ac:txMk cp="0" len="10">
        <ac:context len="177" hash="209311747"/>
      </ac:txMk>
    </ac:txMkLst>
    <p188:pos x="1867930" y="485089"/>
    <p188:txBody>
      <a:bodyPr/>
      <a:lstStyle/>
      <a:p>
        <a:r>
          <a:rPr lang="en-US"/>
          <a:t>Comment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CC9C-BD9F-86C5-A254-0FD11D1E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C31B4-E5D2-8FA3-F301-B6D8C9AA6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BEF8-79C0-3A77-4D37-2F49B433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23FD-FD63-64EB-3068-D814E635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F42DA-D6E7-617E-1576-569FEA20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6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646D-94A5-6B7A-623A-6CFA5C30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47EE-3E9E-3E47-666E-4D0466E9A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0AE29-BC63-1557-BD71-4138F883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FB58C-9F86-32A7-A9F2-5C7B0CB0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AC2BF-7A35-A81F-595E-DF438693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4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67FD-7347-BAFD-7B4A-E8E70FE0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629FE-7E9F-B32D-6842-5AE61011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27A0-1582-75F2-AB45-37954B1B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F5FF-E928-E88A-17A3-938F6168E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96CB-84D2-AFD3-FA87-EE474318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706F-4D64-4453-CDF0-333BF8DC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C0A7-C503-633F-A257-436437318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90A67-D3A8-32B5-B480-E6991B897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E76DD-DDD3-71D8-78D9-2F97068F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91B9-90B2-06C2-04ED-897BAC57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2F0BA-67A1-FF92-94EC-F384949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49A2-6C33-FC53-4436-5DF6F1C4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DCED-3F8F-6527-F53F-EA4B694B6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A720-943C-0CA0-EC7C-A791BE1F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95C8E-6748-E2F8-34D3-653755714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68077-E4FD-97F6-9419-6CB61DC49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3C785E-D510-7EE3-2490-E2DC31EE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89D98-1BDB-E6B0-46D7-130731B9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18292-9C6C-A9D2-3457-EF745EAC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6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7AE2-F488-2695-3C5E-69E58B23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8928C-E7AB-7001-3E43-00E61BB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DB421-8203-1FE8-6F3F-B2BAC2E1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2CA86-7845-ECD8-1D92-6612E4BA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A1C39-01EB-616A-E4D2-57EAC469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0CEAD-5B77-5C60-90A2-C7375822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ADD9B-0B2F-839F-677C-ECD5F23D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FAFC-4499-C6D9-3AA3-F75701C5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954A-FB7F-BB62-F09B-447AC4DE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FE7E6-EE9E-0F70-358B-73CB56F21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9E61E-1D0E-D5C7-780D-0EF339B6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E637-B0C1-F7CD-FA4A-C2F3437A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6456C-9160-28F8-084C-02003A97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3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0498-6B69-B42B-B1E8-BA9A9946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CA2E2-B5EB-BC8D-EBDA-A7333EEFA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AEE43-5830-D4C8-46B8-FA984CE0F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0C20D-83E1-AD91-D773-E4FC553B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3F060-00E4-E7F0-2B50-CC22CF1B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8106-2054-FA7C-8F8C-F1B1FA9B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2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D3D2-441A-23D2-E4BF-C11EE613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0F1A7-ACAC-F9AC-73E1-AFDA94FBB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A441-FB3A-7D0D-6DE1-3E287402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71D5F-01D3-B12A-0A87-0714F70A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76460-AD98-B89D-A2A7-01F3B1CA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3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16B5B-BB63-A688-32C1-6C471780A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03932-3349-1058-E8F0-0C4816600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F3CBB-4A34-1ACB-063F-158F6D99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80F8-7EB7-55AD-40F3-D25B91EF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FC7CA-0335-9848-E87B-175CB3C2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1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20107-201D-FED9-DDD8-53DBDD98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F941E-84CF-1A3A-7053-D8708C66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B22B5-CDC0-ED39-E0A0-73D235CDE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9845-4E2E-DD91-87FA-A10DA0C9C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6D69-2CEB-B467-0DA2-B839B11EF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9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microsoft.com/office/2018/10/relationships/comments" Target="../comments/modernComment_101_A987BC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A836-35B6-FF7E-A31C-06DB72B96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B3372-DA5A-045A-C80B-6411AA009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869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9795-1D37-78E6-34E2-126AB95A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59569-C375-530E-E89F-C05AA833D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Slide text</a:t>
                </a:r>
              </a:p>
              <a:p>
                <a:r>
                  <a:rPr lang="en-US" b="1" dirty="0"/>
                  <a:t>Bold</a:t>
                </a:r>
                <a:r>
                  <a:rPr lang="en-US" dirty="0"/>
                  <a:t>, </a:t>
                </a:r>
                <a:r>
                  <a:rPr lang="en-US" i="1" dirty="0"/>
                  <a:t>italic</a:t>
                </a:r>
                <a:r>
                  <a:rPr lang="en-US" dirty="0"/>
                  <a:t>, </a:t>
                </a:r>
                <a:r>
                  <a:rPr lang="en-US" u="sng" dirty="0"/>
                  <a:t>underline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0000"/>
                    </a:solidFill>
                  </a:rPr>
                  <a:t>color</a:t>
                </a:r>
                <a:r>
                  <a:rPr lang="en-US" dirty="0"/>
                  <a:t>, </a:t>
                </a:r>
                <a:r>
                  <a:rPr lang="en-US" dirty="0">
                    <a:highlight>
                      <a:srgbClr val="FFFF00"/>
                    </a:highlight>
                  </a:rPr>
                  <a:t>highlight</a:t>
                </a:r>
                <a:r>
                  <a:rPr lang="en-US" dirty="0"/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font (Times New Roman)</a:t>
                </a:r>
              </a:p>
              <a:p>
                <a:r>
                  <a:rPr lang="en-US" dirty="0"/>
                  <a:t>Image:</a:t>
                </a:r>
              </a:p>
              <a:p>
                <a:r>
                  <a:rPr lang="en-US" dirty="0"/>
                  <a:t>Equation: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RTL Text: </a:t>
                </a:r>
                <a:r>
                  <a:rPr lang="en-US" dirty="0" err="1"/>
                  <a:t>أهلاً</a:t>
                </a:r>
                <a:r>
                  <a:rPr lang="en-US" dirty="0"/>
                  <a:t> </a:t>
                </a:r>
                <a:r>
                  <a:rPr lang="en-US" dirty="0" err="1"/>
                  <a:t>وسهلاً</a:t>
                </a:r>
                <a:endParaRPr lang="en-US" dirty="0"/>
              </a:p>
              <a:p>
                <a:r>
                  <a:rPr lang="en-US" dirty="0">
                    <a:hlinkClick r:id="rId3"/>
                  </a:rPr>
                  <a:t>Hyperlink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59569-C375-530E-E89F-C05AA833D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8DBA4F-5555-DA06-1E4F-2714FDC16280}"/>
              </a:ext>
            </a:extLst>
          </p:cNvPr>
          <p:cNvSpPr txBox="1"/>
          <p:nvPr/>
        </p:nvSpPr>
        <p:spPr>
          <a:xfrm>
            <a:off x="7814930" y="365125"/>
            <a:ext cx="2243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box</a:t>
            </a:r>
          </a:p>
        </p:txBody>
      </p:sp>
      <p:pic>
        <p:nvPicPr>
          <p:cNvPr id="6" name="Graphic 5" descr="Badge Tick1 with solid fill">
            <a:extLst>
              <a:ext uri="{FF2B5EF4-FFF2-40B4-BE49-F238E27FC236}">
                <a16:creationId xmlns:a16="http://schemas.microsoft.com/office/drawing/2014/main" id="{2DEF027D-502C-C275-A630-F93C140655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0142" y="2667185"/>
            <a:ext cx="761815" cy="76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451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765D-5A1D-2AAA-FBED-8F9FE333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6409C-C034-657E-FF22-E60A72EE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more text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179107-ACEE-30C8-7D16-330BBB15A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16033"/>
              </p:ext>
            </p:extLst>
          </p:nvPr>
        </p:nvGraphicFramePr>
        <p:xfrm>
          <a:off x="4868561" y="1553777"/>
          <a:ext cx="6069914" cy="4312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055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Times New Roman</vt:lpstr>
      <vt:lpstr>Office Theme</vt:lpstr>
      <vt:lpstr>Hello World</vt:lpstr>
      <vt:lpstr>Slide Title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Buck Cronk</dc:creator>
  <cp:lastModifiedBy>Buck Cronk</cp:lastModifiedBy>
  <cp:revision>3</cp:revision>
  <dcterms:created xsi:type="dcterms:W3CDTF">2026-05-18T22:57:24Z</dcterms:created>
  <dcterms:modified xsi:type="dcterms:W3CDTF">2026-05-18T23:02:50Z</dcterms:modified>
</cp:coreProperties>
</file>