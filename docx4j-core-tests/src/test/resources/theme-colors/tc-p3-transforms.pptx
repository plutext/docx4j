
<file path=[Content_Types].xml><?xml version="1.0" encoding="utf-8"?>
<Types xmlns="http://schemas.openxmlformats.org/package/2006/content-types">
  <Default Extension="rels" ContentType="application/vnd.openxmlformats-package.relationships+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272040072" r:id="rId1"/>
  </p:sldMasterIdLst>
  <p:sldIdLst>
    <p:sldId id="883850336" r:id="rId3"/>
    <p:sldId id="1061514880" r:id="rId4"/>
    <p:sldId id="1304459766" r:id="rId5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    <Relationship Target="slides/slide2.xml" Type="http://schemas.openxmlformats.org/officeDocument/2006/relationships/slide" Id="rId4"/>
    <Relationship Target="slides/slide3.xml" Type="http://schemas.openxmlformats.org/officeDocument/2006/relationships/slide" Id="rId5"/>
</Relationships>
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804270856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_rels/slide2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_rels/slide3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01"/>
          <p:cNvSpPr/>
          <p:nvPr/>
        </p:nvSpPr>
        <p:spPr>
          <a:xfrm>
            <a:off x="228600" y="228600"/>
            <a:ext cx="822960" cy="384048"/>
          </a:xfrm>
          <a:prstGeom prst="rect">
            <a:avLst/>
          </a:prstGeom>
          <a:solidFill>
            <a:schemeClr val="accent1">
              <a:tint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T001</a:t>
            </a:r>
          </a:p>
        </p:txBody>
      </p:sp>
      <p:sp>
        <p:nvSpPr>
          <p:cNvPr id="3" name="T002"/>
          <p:cNvSpPr/>
          <p:nvPr/>
        </p:nvSpPr>
        <p:spPr>
          <a:xfrm>
            <a:off x="1097280" y="228600"/>
            <a:ext cx="822960" cy="384048"/>
          </a:xfrm>
          <a:prstGeom prst="rect">
            <a:avLst/>
          </a:prstGeom>
          <a:solidFill>
            <a:schemeClr val="accent1"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T002</a:t>
            </a:r>
          </a:p>
        </p:txBody>
      </p:sp>
      <p:sp>
        <p:nvSpPr>
          <p:cNvPr id="4" name="T003"/>
          <p:cNvSpPr/>
          <p:nvPr/>
        </p:nvSpPr>
        <p:spPr>
          <a:xfrm>
            <a:off x="1965960" y="228600"/>
            <a:ext cx="822960" cy="384048"/>
          </a:xfrm>
          <a:prstGeom prst="rect">
            <a:avLst/>
          </a:prstGeom>
          <a:solidFill>
            <a:schemeClr val="accent1">
              <a:tint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T003</a:t>
            </a:r>
          </a:p>
        </p:txBody>
      </p:sp>
      <p:sp>
        <p:nvSpPr>
          <p:cNvPr id="5" name="T004"/>
          <p:cNvSpPr/>
          <p:nvPr/>
        </p:nvSpPr>
        <p:spPr>
          <a:xfrm>
            <a:off x="2834640" y="228600"/>
            <a:ext cx="822960" cy="384048"/>
          </a:xfrm>
          <a:prstGeom prst="rect">
            <a:avLst/>
          </a:prstGeom>
          <a:solidFill>
            <a:schemeClr val="accent1">
              <a:shade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T004</a:t>
            </a:r>
          </a:p>
        </p:txBody>
      </p:sp>
      <p:sp>
        <p:nvSpPr>
          <p:cNvPr id="6" name="T005"/>
          <p:cNvSpPr/>
          <p:nvPr/>
        </p:nvSpPr>
        <p:spPr>
          <a:xfrm>
            <a:off x="3703320" y="228600"/>
            <a:ext cx="822960" cy="384048"/>
          </a:xfrm>
          <a:prstGeom prst="rect">
            <a:avLst/>
          </a:prstGeom>
          <a:solidFill>
            <a:schemeClr val="accent1"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T005</a:t>
            </a:r>
          </a:p>
        </p:txBody>
      </p:sp>
      <p:sp>
        <p:nvSpPr>
          <p:cNvPr id="7" name="T006"/>
          <p:cNvSpPr/>
          <p:nvPr/>
        </p:nvSpPr>
        <p:spPr>
          <a:xfrm>
            <a:off x="4572000" y="228600"/>
            <a:ext cx="822960" cy="384048"/>
          </a:xfrm>
          <a:prstGeom prst="rect">
            <a:avLst/>
          </a:prstGeom>
          <a:solidFill>
            <a:schemeClr val="accent1">
              <a:shade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T006</a:t>
            </a:r>
          </a:p>
        </p:txBody>
      </p:sp>
      <p:sp>
        <p:nvSpPr>
          <p:cNvPr id="8" name="T007"/>
          <p:cNvSpPr/>
          <p:nvPr/>
        </p:nvSpPr>
        <p:spPr>
          <a:xfrm>
            <a:off x="5440680" y="228600"/>
            <a:ext cx="822960" cy="384048"/>
          </a:xfrm>
          <a:prstGeom prst="rect">
            <a:avLst/>
          </a:prstGeom>
          <a:solidFill>
            <a:schemeClr val="accent1">
              <a:comp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T007</a:t>
            </a:r>
          </a:p>
        </p:txBody>
      </p:sp>
      <p:sp>
        <p:nvSpPr>
          <p:cNvPr id="9" name="T008"/>
          <p:cNvSpPr/>
          <p:nvPr/>
        </p:nvSpPr>
        <p:spPr>
          <a:xfrm>
            <a:off x="6309360" y="228600"/>
            <a:ext cx="822960" cy="384048"/>
          </a:xfrm>
          <a:prstGeom prst="rect">
            <a:avLst/>
          </a:prstGeom>
          <a:solidFill>
            <a:schemeClr val="accent1">
              <a:inv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T008</a:t>
            </a:r>
          </a:p>
        </p:txBody>
      </p:sp>
      <p:sp>
        <p:nvSpPr>
          <p:cNvPr id="10" name="T009"/>
          <p:cNvSpPr/>
          <p:nvPr/>
        </p:nvSpPr>
        <p:spPr>
          <a:xfrm>
            <a:off x="7178040" y="228600"/>
            <a:ext cx="822960" cy="384048"/>
          </a:xfrm>
          <a:prstGeom prst="rect">
            <a:avLst/>
          </a:prstGeom>
          <a:solidFill>
            <a:schemeClr val="accent1">
              <a:gray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T009</a:t>
            </a:r>
          </a:p>
        </p:txBody>
      </p:sp>
      <p:sp>
        <p:nvSpPr>
          <p:cNvPr id="11" name="T010"/>
          <p:cNvSpPr/>
          <p:nvPr/>
        </p:nvSpPr>
        <p:spPr>
          <a:xfrm>
            <a:off x="8046720" y="228600"/>
            <a:ext cx="822960" cy="384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T010</a:t>
            </a:r>
          </a:p>
        </p:txBody>
      </p:sp>
      <p:sp>
        <p:nvSpPr>
          <p:cNvPr id="12" name="T011"/>
          <p:cNvSpPr/>
          <p:nvPr/>
        </p:nvSpPr>
        <p:spPr>
          <a:xfrm>
            <a:off x="228600" y="667512"/>
            <a:ext cx="822960" cy="3840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T011</a:t>
            </a:r>
          </a:p>
        </p:txBody>
      </p:sp>
      <p:sp>
        <p:nvSpPr>
          <p:cNvPr id="13" name="T012"/>
          <p:cNvSpPr/>
          <p:nvPr/>
        </p:nvSpPr>
        <p:spPr>
          <a:xfrm>
            <a:off x="1097280" y="667512"/>
            <a:ext cx="822960" cy="38404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T012</a:t>
            </a:r>
          </a:p>
        </p:txBody>
      </p:sp>
      <p:sp>
        <p:nvSpPr>
          <p:cNvPr id="14" name="T013"/>
          <p:cNvSpPr/>
          <p:nvPr/>
        </p:nvSpPr>
        <p:spPr>
          <a:xfrm>
            <a:off x="1965960" y="667512"/>
            <a:ext cx="822960" cy="384048"/>
          </a:xfrm>
          <a:prstGeom prst="rect">
            <a:avLst/>
          </a:prstGeom>
          <a:solidFill>
            <a:schemeClr val="accent1">
              <a:alpha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T013</a:t>
            </a:r>
          </a:p>
        </p:txBody>
      </p:sp>
      <p:sp>
        <p:nvSpPr>
          <p:cNvPr id="15" name="T014"/>
          <p:cNvSpPr/>
          <p:nvPr/>
        </p:nvSpPr>
        <p:spPr>
          <a:xfrm>
            <a:off x="2834640" y="667512"/>
            <a:ext cx="822960" cy="384048"/>
          </a:xfrm>
          <a:prstGeom prst="rect">
            <a:avLst/>
          </a:prstGeom>
          <a:solidFill>
            <a:schemeClr val="accent1">
              <a:alpha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T014</a:t>
            </a:r>
          </a:p>
        </p:txBody>
      </p:sp>
      <p:sp>
        <p:nvSpPr>
          <p:cNvPr id="16" name="T015"/>
          <p:cNvSpPr/>
          <p:nvPr/>
        </p:nvSpPr>
        <p:spPr>
          <a:xfrm>
            <a:off x="3703320" y="667512"/>
            <a:ext cx="822960" cy="384048"/>
          </a:xfrm>
          <a:prstGeom prst="rect">
            <a:avLst/>
          </a:prstGeom>
          <a:solidFill>
            <a:schemeClr val="accent1">
              <a:alpha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T015</a:t>
            </a:r>
          </a:p>
        </p:txBody>
      </p:sp>
      <p:sp>
        <p:nvSpPr>
          <p:cNvPr id="17" name="T016"/>
          <p:cNvSpPr/>
          <p:nvPr/>
        </p:nvSpPr>
        <p:spPr>
          <a:xfrm>
            <a:off x="4572000" y="667512"/>
            <a:ext cx="822960" cy="384048"/>
          </a:xfrm>
          <a:prstGeom prst="rect">
            <a:avLst/>
          </a:prstGeom>
          <a:solidFill>
            <a:schemeClr val="accent1">
              <a:alpha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T016</a:t>
            </a:r>
          </a:p>
        </p:txBody>
      </p:sp>
      <p:sp>
        <p:nvSpPr>
          <p:cNvPr id="18" name="T017"/>
          <p:cNvSpPr/>
          <p:nvPr/>
        </p:nvSpPr>
        <p:spPr>
          <a:xfrm>
            <a:off x="5440680" y="667512"/>
            <a:ext cx="822960" cy="384048"/>
          </a:xfrm>
          <a:prstGeom prst="rect">
            <a:avLst/>
          </a:prstGeom>
          <a:solidFill>
            <a:schemeClr val="accent1">
              <a:h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T017</a:t>
            </a:r>
          </a:p>
        </p:txBody>
      </p:sp>
      <p:sp>
        <p:nvSpPr>
          <p:cNvPr id="19" name="T018"/>
          <p:cNvSpPr/>
          <p:nvPr/>
        </p:nvSpPr>
        <p:spPr>
          <a:xfrm>
            <a:off x="6309360" y="667512"/>
            <a:ext cx="822960" cy="384048"/>
          </a:xfrm>
          <a:prstGeom prst="rect">
            <a:avLst/>
          </a:prstGeom>
          <a:solidFill>
            <a:schemeClr val="accent1">
              <a:hue val="7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T018</a:t>
            </a:r>
          </a:p>
        </p:txBody>
      </p:sp>
      <p:sp>
        <p:nvSpPr>
          <p:cNvPr id="20" name="T019"/>
          <p:cNvSpPr/>
          <p:nvPr/>
        </p:nvSpPr>
        <p:spPr>
          <a:xfrm>
            <a:off x="7178040" y="667512"/>
            <a:ext cx="822960" cy="384048"/>
          </a:xfrm>
          <a:prstGeom prst="rect">
            <a:avLst/>
          </a:prstGeom>
          <a:solidFill>
            <a:schemeClr val="accent1">
              <a:hue val="14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T019</a:t>
            </a:r>
          </a:p>
        </p:txBody>
      </p:sp>
      <p:sp>
        <p:nvSpPr>
          <p:cNvPr id="21" name="T020"/>
          <p:cNvSpPr/>
          <p:nvPr/>
        </p:nvSpPr>
        <p:spPr>
          <a:xfrm>
            <a:off x="8046720" y="667512"/>
            <a:ext cx="822960" cy="384048"/>
          </a:xfrm>
          <a:prstGeom prst="rect">
            <a:avLst/>
          </a:prstGeom>
          <a:solidFill>
            <a:schemeClr val="accent1">
              <a:hueOff val="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T020</a:t>
            </a:r>
          </a:p>
        </p:txBody>
      </p:sp>
      <p:sp>
        <p:nvSpPr>
          <p:cNvPr id="22" name="T021"/>
          <p:cNvSpPr/>
          <p:nvPr/>
        </p:nvSpPr>
        <p:spPr>
          <a:xfrm>
            <a:off x="228600" y="1106424"/>
            <a:ext cx="822960" cy="384048"/>
          </a:xfrm>
          <a:prstGeom prst="rect">
            <a:avLst/>
          </a:prstGeom>
          <a:solidFill>
            <a:schemeClr val="accent1">
              <a:hueOff val="-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T021</a:t>
            </a:r>
          </a:p>
        </p:txBody>
      </p:sp>
      <p:sp>
        <p:nvSpPr>
          <p:cNvPr id="23" name="T022"/>
          <p:cNvSpPr/>
          <p:nvPr/>
        </p:nvSpPr>
        <p:spPr>
          <a:xfrm>
            <a:off x="1097280" y="1106424"/>
            <a:ext cx="822960" cy="384048"/>
          </a:xfrm>
          <a:prstGeom prst="rect">
            <a:avLst/>
          </a:prstGeom>
          <a:solidFill>
            <a:schemeClr val="accent1">
              <a:hueOff val="5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T022</a:t>
            </a:r>
          </a:p>
        </p:txBody>
      </p:sp>
      <p:sp>
        <p:nvSpPr>
          <p:cNvPr id="24" name="T023"/>
          <p:cNvSpPr/>
          <p:nvPr/>
        </p:nvSpPr>
        <p:spPr>
          <a:xfrm>
            <a:off x="1965960" y="1106424"/>
            <a:ext cx="822960" cy="384048"/>
          </a:xfrm>
          <a:prstGeom prst="rect">
            <a:avLst/>
          </a:prstGeom>
          <a:solidFill>
            <a:schemeClr val="accent1">
              <a:h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T023</a:t>
            </a:r>
          </a:p>
        </p:txBody>
      </p:sp>
      <p:sp>
        <p:nvSpPr>
          <p:cNvPr id="25" name="T024"/>
          <p:cNvSpPr/>
          <p:nvPr/>
        </p:nvSpPr>
        <p:spPr>
          <a:xfrm>
            <a:off x="2834640" y="1106424"/>
            <a:ext cx="822960" cy="384048"/>
          </a:xfrm>
          <a:prstGeom prst="rect">
            <a:avLst/>
          </a:prstGeom>
          <a:solidFill>
            <a:schemeClr val="accent1">
              <a:h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T024</a:t>
            </a:r>
          </a:p>
        </p:txBody>
      </p:sp>
      <p:sp>
        <p:nvSpPr>
          <p:cNvPr id="26" name="T025"/>
          <p:cNvSpPr/>
          <p:nvPr/>
        </p:nvSpPr>
        <p:spPr>
          <a:xfrm>
            <a:off x="3703320" y="1106424"/>
            <a:ext cx="822960" cy="384048"/>
          </a:xfrm>
          <a:prstGeom prst="rect">
            <a:avLst/>
          </a:prstGeom>
          <a:solidFill>
            <a:schemeClr val="accent1">
              <a:hue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T025</a:t>
            </a:r>
          </a:p>
        </p:txBody>
      </p:sp>
      <p:sp>
        <p:nvSpPr>
          <p:cNvPr id="27" name="T026"/>
          <p:cNvSpPr/>
          <p:nvPr/>
        </p:nvSpPr>
        <p:spPr>
          <a:xfrm>
            <a:off x="4572000" y="1106424"/>
            <a:ext cx="822960" cy="384048"/>
          </a:xfrm>
          <a:prstGeom prst="rect">
            <a:avLst/>
          </a:prstGeom>
          <a:solidFill>
            <a:schemeClr val="accent1">
              <a:sat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T026</a:t>
            </a:r>
          </a:p>
        </p:txBody>
      </p:sp>
      <p:sp>
        <p:nvSpPr>
          <p:cNvPr id="28" name="T027"/>
          <p:cNvSpPr/>
          <p:nvPr/>
        </p:nvSpPr>
        <p:spPr>
          <a:xfrm>
            <a:off x="5440680" y="1106424"/>
            <a:ext cx="822960" cy="384048"/>
          </a:xfrm>
          <a:prstGeom prst="rect">
            <a:avLst/>
          </a:prstGeom>
          <a:solidFill>
            <a:schemeClr val="accent1">
              <a:sa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T027</a:t>
            </a:r>
          </a:p>
        </p:txBody>
      </p:sp>
      <p:sp>
        <p:nvSpPr>
          <p:cNvPr id="29" name="T028"/>
          <p:cNvSpPr/>
          <p:nvPr/>
        </p:nvSpPr>
        <p:spPr>
          <a:xfrm>
            <a:off x="6309360" y="1106424"/>
            <a:ext cx="822960" cy="384048"/>
          </a:xfrm>
          <a:prstGeom prst="rect">
            <a:avLst/>
          </a:prstGeom>
          <a:solidFill>
            <a:schemeClr val="accent1">
              <a:sat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T028</a:t>
            </a:r>
          </a:p>
        </p:txBody>
      </p:sp>
      <p:sp>
        <p:nvSpPr>
          <p:cNvPr id="30" name="T029"/>
          <p:cNvSpPr/>
          <p:nvPr/>
        </p:nvSpPr>
        <p:spPr>
          <a:xfrm>
            <a:off x="7178040" y="1106424"/>
            <a:ext cx="822960" cy="384048"/>
          </a:xfrm>
          <a:prstGeom prst="rect">
            <a:avLst/>
          </a:prstGeom>
          <a:solidFill>
            <a:schemeClr val="accent1">
              <a:sat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T029</a:t>
            </a:r>
          </a:p>
        </p:txBody>
      </p:sp>
      <p:sp>
        <p:nvSpPr>
          <p:cNvPr id="31" name="T030"/>
          <p:cNvSpPr/>
          <p:nvPr/>
        </p:nvSpPr>
        <p:spPr>
          <a:xfrm>
            <a:off x="8046720" y="1106424"/>
            <a:ext cx="822960" cy="384048"/>
          </a:xfrm>
          <a:prstGeom prst="rect">
            <a:avLst/>
          </a:prstGeom>
          <a:solidFill>
            <a:schemeClr val="accent1">
              <a:sat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T030</a:t>
            </a:r>
          </a:p>
        </p:txBody>
      </p:sp>
      <p:sp>
        <p:nvSpPr>
          <p:cNvPr id="32" name="T031"/>
          <p:cNvSpPr/>
          <p:nvPr/>
        </p:nvSpPr>
        <p:spPr>
          <a:xfrm>
            <a:off x="228600" y="1545336"/>
            <a:ext cx="822960" cy="384048"/>
          </a:xfrm>
          <a:prstGeom prst="rect">
            <a:avLst/>
          </a:prstGeom>
          <a:solidFill>
            <a:schemeClr val="accent1">
              <a:sat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T031</a:t>
            </a:r>
          </a:p>
        </p:txBody>
      </p:sp>
      <p:sp>
        <p:nvSpPr>
          <p:cNvPr id="33" name="T032"/>
          <p:cNvSpPr/>
          <p:nvPr/>
        </p:nvSpPr>
        <p:spPr>
          <a:xfrm>
            <a:off x="1097280" y="1545336"/>
            <a:ext cx="822960" cy="384048"/>
          </a:xfrm>
          <a:prstGeom prst="rect">
            <a:avLst/>
          </a:prstGeom>
          <a:solidFill>
            <a:schemeClr val="accent1">
              <a:sat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T032</a:t>
            </a:r>
          </a:p>
        </p:txBody>
      </p:sp>
      <p:sp>
        <p:nvSpPr>
          <p:cNvPr id="34" name="T033"/>
          <p:cNvSpPr/>
          <p:nvPr/>
        </p:nvSpPr>
        <p:spPr>
          <a:xfrm>
            <a:off x="1965960" y="1545336"/>
            <a:ext cx="822960" cy="384048"/>
          </a:xfrm>
          <a:prstGeom prst="rect">
            <a:avLst/>
          </a:prstGeom>
          <a:solidFill>
            <a:schemeClr val="accent1"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T033</a:t>
            </a:r>
          </a:p>
        </p:txBody>
      </p:sp>
      <p:sp>
        <p:nvSpPr>
          <p:cNvPr id="35" name="T034"/>
          <p:cNvSpPr/>
          <p:nvPr/>
        </p:nvSpPr>
        <p:spPr>
          <a:xfrm>
            <a:off x="2834640" y="1545336"/>
            <a:ext cx="822960" cy="384048"/>
          </a:xfrm>
          <a:prstGeom prst="rect">
            <a:avLst/>
          </a:prstGeom>
          <a:solidFill>
            <a:schemeClr val="accent1">
              <a:sat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T034</a:t>
            </a:r>
          </a:p>
        </p:txBody>
      </p:sp>
      <p:sp>
        <p:nvSpPr>
          <p:cNvPr id="36" name="T035"/>
          <p:cNvSpPr/>
          <p:nvPr/>
        </p:nvSpPr>
        <p:spPr>
          <a:xfrm>
            <a:off x="3703320" y="1545336"/>
            <a:ext cx="822960" cy="384048"/>
          </a:xfrm>
          <a:prstGeom prst="rect">
            <a:avLst/>
          </a:prstGeom>
          <a:solidFill>
            <a:schemeClr val="accent1">
              <a:lum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T035</a:t>
            </a:r>
          </a:p>
        </p:txBody>
      </p:sp>
      <p:sp>
        <p:nvSpPr>
          <p:cNvPr id="37" name="T036"/>
          <p:cNvSpPr/>
          <p:nvPr/>
        </p:nvSpPr>
        <p:spPr>
          <a:xfrm>
            <a:off x="4572000" y="1545336"/>
            <a:ext cx="822960" cy="384048"/>
          </a:xfrm>
          <a:prstGeom prst="rect">
            <a:avLst/>
          </a:prstGeom>
          <a:solidFill>
            <a:schemeClr val="accent1">
              <a:lum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T036</a:t>
            </a:r>
          </a:p>
        </p:txBody>
      </p:sp>
      <p:sp>
        <p:nvSpPr>
          <p:cNvPr id="38" name="T037"/>
          <p:cNvSpPr/>
          <p:nvPr/>
        </p:nvSpPr>
        <p:spPr>
          <a:xfrm>
            <a:off x="5440680" y="1545336"/>
            <a:ext cx="822960" cy="384048"/>
          </a:xfrm>
          <a:prstGeom prst="rect">
            <a:avLst/>
          </a:prstGeom>
          <a:solidFill>
            <a:schemeClr val="accent1">
              <a:lum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T037</a:t>
            </a:r>
          </a:p>
        </p:txBody>
      </p:sp>
      <p:sp>
        <p:nvSpPr>
          <p:cNvPr id="39" name="T038"/>
          <p:cNvSpPr/>
          <p:nvPr/>
        </p:nvSpPr>
        <p:spPr>
          <a:xfrm>
            <a:off x="6309360" y="1545336"/>
            <a:ext cx="822960" cy="384048"/>
          </a:xfrm>
          <a:prstGeom prst="rect">
            <a:avLst/>
          </a:prstGeom>
          <a:solidFill>
            <a:schemeClr val="accent1">
              <a:lum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T038</a:t>
            </a:r>
          </a:p>
        </p:txBody>
      </p:sp>
      <p:sp>
        <p:nvSpPr>
          <p:cNvPr id="40" name="T039"/>
          <p:cNvSpPr/>
          <p:nvPr/>
        </p:nvSpPr>
        <p:spPr>
          <a:xfrm>
            <a:off x="7178040" y="1545336"/>
            <a:ext cx="822960" cy="384048"/>
          </a:xfrm>
          <a:prstGeom prst="rect">
            <a:avLst/>
          </a:prstGeom>
          <a:solidFill>
            <a:schemeClr val="accent1">
              <a:lumOff val="2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T039</a:t>
            </a:r>
          </a:p>
        </p:txBody>
      </p:sp>
      <p:sp>
        <p:nvSpPr>
          <p:cNvPr id="41" name="T040"/>
          <p:cNvSpPr/>
          <p:nvPr/>
        </p:nvSpPr>
        <p:spPr>
          <a:xfrm>
            <a:off x="8046720" y="1545336"/>
            <a:ext cx="822960" cy="384048"/>
          </a:xfrm>
          <a:prstGeom prst="rect">
            <a:avLst/>
          </a:prstGeom>
          <a:solidFill>
            <a:schemeClr val="accent1"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T040</a:t>
            </a:r>
          </a:p>
        </p:txBody>
      </p:sp>
      <p:sp>
        <p:nvSpPr>
          <p:cNvPr id="42" name="T041"/>
          <p:cNvSpPr/>
          <p:nvPr/>
        </p:nvSpPr>
        <p:spPr>
          <a:xfrm>
            <a:off x="228600" y="1984248"/>
            <a:ext cx="822960" cy="384048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T041</a:t>
            </a:r>
          </a:p>
        </p:txBody>
      </p:sp>
      <p:sp>
        <p:nvSpPr>
          <p:cNvPr id="43" name="T042"/>
          <p:cNvSpPr/>
          <p:nvPr/>
        </p:nvSpPr>
        <p:spPr>
          <a:xfrm>
            <a:off x="1097280" y="1984248"/>
            <a:ext cx="82296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T042</a:t>
            </a:r>
          </a:p>
        </p:txBody>
      </p:sp>
      <p:sp>
        <p:nvSpPr>
          <p:cNvPr id="44" name="T043"/>
          <p:cNvSpPr/>
          <p:nvPr/>
        </p:nvSpPr>
        <p:spPr>
          <a:xfrm>
            <a:off x="1965960" y="1984248"/>
            <a:ext cx="82296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T043</a:t>
            </a:r>
          </a:p>
        </p:txBody>
      </p:sp>
      <p:sp>
        <p:nvSpPr>
          <p:cNvPr id="45" name="T044"/>
          <p:cNvSpPr/>
          <p:nvPr/>
        </p:nvSpPr>
        <p:spPr>
          <a:xfrm>
            <a:off x="2834640" y="1984248"/>
            <a:ext cx="822960" cy="384048"/>
          </a:xfrm>
          <a:prstGeom prst="rect">
            <a:avLst/>
          </a:prstGeom>
          <a:solidFill>
            <a:schemeClr val="accent1">
              <a:red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T044</a:t>
            </a:r>
          </a:p>
        </p:txBody>
      </p:sp>
      <p:sp>
        <p:nvSpPr>
          <p:cNvPr id="46" name="T045"/>
          <p:cNvSpPr/>
          <p:nvPr/>
        </p:nvSpPr>
        <p:spPr>
          <a:xfrm>
            <a:off x="3703320" y="1984248"/>
            <a:ext cx="822960" cy="384048"/>
          </a:xfrm>
          <a:prstGeom prst="rect">
            <a:avLst/>
          </a:prstGeom>
          <a:solidFill>
            <a:schemeClr val="accent1">
              <a:re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T045</a:t>
            </a:r>
          </a:p>
        </p:txBody>
      </p:sp>
      <p:sp>
        <p:nvSpPr>
          <p:cNvPr id="47" name="T046"/>
          <p:cNvSpPr/>
          <p:nvPr/>
        </p:nvSpPr>
        <p:spPr>
          <a:xfrm>
            <a:off x="4572000" y="1984248"/>
            <a:ext cx="822960" cy="384048"/>
          </a:xfrm>
          <a:prstGeom prst="rect">
            <a:avLst/>
          </a:prstGeom>
          <a:solidFill>
            <a:schemeClr val="accent1">
              <a:red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T046</a:t>
            </a:r>
          </a:p>
        </p:txBody>
      </p:sp>
      <p:sp>
        <p:nvSpPr>
          <p:cNvPr id="48" name="T047"/>
          <p:cNvSpPr/>
          <p:nvPr/>
        </p:nvSpPr>
        <p:spPr>
          <a:xfrm>
            <a:off x="5440680" y="1984248"/>
            <a:ext cx="822960" cy="384048"/>
          </a:xfrm>
          <a:prstGeom prst="rect">
            <a:avLst/>
          </a:prstGeom>
          <a:solidFill>
            <a:schemeClr val="accent1">
              <a:red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T047</a:t>
            </a:r>
          </a:p>
        </p:txBody>
      </p:sp>
      <p:sp>
        <p:nvSpPr>
          <p:cNvPr id="49" name="T048"/>
          <p:cNvSpPr/>
          <p:nvPr/>
        </p:nvSpPr>
        <p:spPr>
          <a:xfrm>
            <a:off x="6309360" y="1984248"/>
            <a:ext cx="822960" cy="384048"/>
          </a:xfrm>
          <a:prstGeom prst="rect">
            <a:avLst/>
          </a:prstGeom>
          <a:solidFill>
            <a:schemeClr val="accent1">
              <a:red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T048</a:t>
            </a:r>
          </a:p>
        </p:txBody>
      </p:sp>
      <p:sp>
        <p:nvSpPr>
          <p:cNvPr id="50" name="T049"/>
          <p:cNvSpPr/>
          <p:nvPr/>
        </p:nvSpPr>
        <p:spPr>
          <a:xfrm>
            <a:off x="7178040" y="1984248"/>
            <a:ext cx="822960" cy="384048"/>
          </a:xfrm>
          <a:prstGeom prst="rect">
            <a:avLst/>
          </a:prstGeom>
          <a:solidFill>
            <a:schemeClr val="accent1">
              <a:red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T049</a:t>
            </a:r>
          </a:p>
        </p:txBody>
      </p:sp>
      <p:sp>
        <p:nvSpPr>
          <p:cNvPr id="51" name="T050"/>
          <p:cNvSpPr/>
          <p:nvPr/>
        </p:nvSpPr>
        <p:spPr>
          <a:xfrm>
            <a:off x="8046720" y="1984248"/>
            <a:ext cx="822960" cy="384048"/>
          </a:xfrm>
          <a:prstGeom prst="rect">
            <a:avLst/>
          </a:prstGeom>
          <a:solidFill>
            <a:schemeClr val="accent1">
              <a:red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T050</a:t>
            </a:r>
          </a:p>
        </p:txBody>
      </p:sp>
      <p:sp>
        <p:nvSpPr>
          <p:cNvPr id="52" name="T051"/>
          <p:cNvSpPr/>
          <p:nvPr/>
        </p:nvSpPr>
        <p:spPr>
          <a:xfrm>
            <a:off x="228600" y="2423160"/>
            <a:ext cx="822960" cy="384048"/>
          </a:xfrm>
          <a:prstGeom prst="rect">
            <a:avLst/>
          </a:prstGeom>
          <a:solidFill>
            <a:schemeClr val="accent1">
              <a:green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T051</a:t>
            </a:r>
          </a:p>
        </p:txBody>
      </p:sp>
      <p:sp>
        <p:nvSpPr>
          <p:cNvPr id="53" name="T052"/>
          <p:cNvSpPr/>
          <p:nvPr/>
        </p:nvSpPr>
        <p:spPr>
          <a:xfrm>
            <a:off x="1097280" y="2423160"/>
            <a:ext cx="822960" cy="384048"/>
          </a:xfrm>
          <a:prstGeom prst="rect">
            <a:avLst/>
          </a:prstGeom>
          <a:solidFill>
            <a:schemeClr val="accent1">
              <a:green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T052</a:t>
            </a:r>
          </a:p>
        </p:txBody>
      </p:sp>
      <p:sp>
        <p:nvSpPr>
          <p:cNvPr id="54" name="T053"/>
          <p:cNvSpPr/>
          <p:nvPr/>
        </p:nvSpPr>
        <p:spPr>
          <a:xfrm>
            <a:off x="1965960" y="2423160"/>
            <a:ext cx="822960" cy="384048"/>
          </a:xfrm>
          <a:prstGeom prst="rect">
            <a:avLst/>
          </a:prstGeom>
          <a:solidFill>
            <a:schemeClr val="accent1">
              <a:green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T053</a:t>
            </a:r>
          </a:p>
        </p:txBody>
      </p:sp>
      <p:sp>
        <p:nvSpPr>
          <p:cNvPr id="55" name="T054"/>
          <p:cNvSpPr/>
          <p:nvPr/>
        </p:nvSpPr>
        <p:spPr>
          <a:xfrm>
            <a:off x="2834640" y="2423160"/>
            <a:ext cx="822960" cy="384048"/>
          </a:xfrm>
          <a:prstGeom prst="rect">
            <a:avLst/>
          </a:prstGeom>
          <a:solidFill>
            <a:schemeClr val="accent1">
              <a:green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T054</a:t>
            </a:r>
          </a:p>
        </p:txBody>
      </p:sp>
      <p:sp>
        <p:nvSpPr>
          <p:cNvPr id="56" name="T055"/>
          <p:cNvSpPr/>
          <p:nvPr/>
        </p:nvSpPr>
        <p:spPr>
          <a:xfrm>
            <a:off x="3703320" y="2423160"/>
            <a:ext cx="822960" cy="384048"/>
          </a:xfrm>
          <a:prstGeom prst="rect">
            <a:avLst/>
          </a:prstGeom>
          <a:solidFill>
            <a:schemeClr val="accent1">
              <a:green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T055</a:t>
            </a:r>
          </a:p>
        </p:txBody>
      </p:sp>
      <p:sp>
        <p:nvSpPr>
          <p:cNvPr id="57" name="T056"/>
          <p:cNvSpPr/>
          <p:nvPr/>
        </p:nvSpPr>
        <p:spPr>
          <a:xfrm>
            <a:off x="4572000" y="2423160"/>
            <a:ext cx="822960" cy="384048"/>
          </a:xfrm>
          <a:prstGeom prst="rect">
            <a:avLst/>
          </a:prstGeom>
          <a:solidFill>
            <a:schemeClr val="accent1">
              <a:green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T056</a:t>
            </a:r>
          </a:p>
        </p:txBody>
      </p:sp>
      <p:sp>
        <p:nvSpPr>
          <p:cNvPr id="58" name="T057"/>
          <p:cNvSpPr/>
          <p:nvPr/>
        </p:nvSpPr>
        <p:spPr>
          <a:xfrm>
            <a:off x="5440680" y="2423160"/>
            <a:ext cx="822960" cy="384048"/>
          </a:xfrm>
          <a:prstGeom prst="rect">
            <a:avLst/>
          </a:prstGeom>
          <a:solidFill>
            <a:schemeClr val="accent1">
              <a:green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T057</a:t>
            </a:r>
          </a:p>
        </p:txBody>
      </p:sp>
      <p:sp>
        <p:nvSpPr>
          <p:cNvPr id="59" name="T058"/>
          <p:cNvSpPr/>
          <p:nvPr/>
        </p:nvSpPr>
        <p:spPr>
          <a:xfrm>
            <a:off x="6309360" y="2423160"/>
            <a:ext cx="822960" cy="384048"/>
          </a:xfrm>
          <a:prstGeom prst="rect">
            <a:avLst/>
          </a:prstGeom>
          <a:solidFill>
            <a:schemeClr val="accent1">
              <a:bl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T058</a:t>
            </a:r>
          </a:p>
        </p:txBody>
      </p:sp>
      <p:sp>
        <p:nvSpPr>
          <p:cNvPr id="60" name="T059"/>
          <p:cNvSpPr/>
          <p:nvPr/>
        </p:nvSpPr>
        <p:spPr>
          <a:xfrm>
            <a:off x="7178040" y="2423160"/>
            <a:ext cx="822960" cy="384048"/>
          </a:xfrm>
          <a:prstGeom prst="rect">
            <a:avLst/>
          </a:prstGeom>
          <a:solidFill>
            <a:schemeClr val="accent1">
              <a:blu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T059</a:t>
            </a:r>
          </a:p>
        </p:txBody>
      </p:sp>
      <p:sp>
        <p:nvSpPr>
          <p:cNvPr id="61" name="T060"/>
          <p:cNvSpPr/>
          <p:nvPr/>
        </p:nvSpPr>
        <p:spPr>
          <a:xfrm>
            <a:off x="8046720" y="2423160"/>
            <a:ext cx="822960" cy="384048"/>
          </a:xfrm>
          <a:prstGeom prst="rect">
            <a:avLst/>
          </a:prstGeom>
          <a:solidFill>
            <a:schemeClr val="accent1">
              <a:blue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T060</a:t>
            </a:r>
          </a:p>
        </p:txBody>
      </p:sp>
      <p:sp>
        <p:nvSpPr>
          <p:cNvPr id="62" name="T061"/>
          <p:cNvSpPr/>
          <p:nvPr/>
        </p:nvSpPr>
        <p:spPr>
          <a:xfrm>
            <a:off x="228600" y="2862072"/>
            <a:ext cx="822960" cy="384048"/>
          </a:xfrm>
          <a:prstGeom prst="rect">
            <a:avLst/>
          </a:prstGeom>
          <a:solidFill>
            <a:schemeClr val="accent1">
              <a:blue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T061</a:t>
            </a:r>
          </a:p>
        </p:txBody>
      </p:sp>
      <p:sp>
        <p:nvSpPr>
          <p:cNvPr id="63" name="T062"/>
          <p:cNvSpPr/>
          <p:nvPr/>
        </p:nvSpPr>
        <p:spPr>
          <a:xfrm>
            <a:off x="1097280" y="2862072"/>
            <a:ext cx="822960" cy="384048"/>
          </a:xfrm>
          <a:prstGeom prst="rect">
            <a:avLst/>
          </a:prstGeom>
          <a:solidFill>
            <a:schemeClr val="accent1">
              <a:blue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T062</a:t>
            </a:r>
          </a:p>
        </p:txBody>
      </p:sp>
      <p:sp>
        <p:nvSpPr>
          <p:cNvPr id="64" name="T063"/>
          <p:cNvSpPr/>
          <p:nvPr/>
        </p:nvSpPr>
        <p:spPr>
          <a:xfrm>
            <a:off x="1965960" y="2862072"/>
            <a:ext cx="822960" cy="384048"/>
          </a:xfrm>
          <a:prstGeom prst="rect">
            <a:avLst/>
          </a:prstGeom>
          <a:solidFill>
            <a:schemeClr val="accent1">
              <a:bl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T063</a:t>
            </a:r>
          </a:p>
        </p:txBody>
      </p:sp>
      <p:sp>
        <p:nvSpPr>
          <p:cNvPr id="65" name="T064"/>
          <p:cNvSpPr/>
          <p:nvPr/>
        </p:nvSpPr>
        <p:spPr>
          <a:xfrm>
            <a:off x="2834640" y="2862072"/>
            <a:ext cx="822960" cy="384048"/>
          </a:xfrm>
          <a:prstGeom prst="rect">
            <a:avLst/>
          </a:prstGeom>
          <a:solidFill>
            <a:schemeClr val="accent1">
              <a:bl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T064</a:t>
            </a:r>
          </a:p>
        </p:txBody>
      </p:sp>
      <p:sp>
        <p:nvSpPr>
          <p:cNvPr id="66" name="T065"/>
          <p:cNvSpPr/>
          <p:nvPr/>
        </p:nvSpPr>
        <p:spPr>
          <a:xfrm>
            <a:off x="3703320" y="2862072"/>
            <a:ext cx="822960" cy="384048"/>
          </a:xfrm>
          <a:prstGeom prst="rect">
            <a:avLst/>
          </a:prstGeom>
          <a:solidFill>
            <a:schemeClr val="accent1">
              <a: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T065</a:t>
            </a:r>
          </a:p>
        </p:txBody>
      </p:sp>
      <p:sp>
        <p:nvSpPr>
          <p:cNvPr id="67" name="T066"/>
          <p:cNvSpPr/>
          <p:nvPr/>
        </p:nvSpPr>
        <p:spPr>
          <a:xfrm>
            <a:off x="4572000" y="2862072"/>
            <a:ext cx="822960" cy="384048"/>
          </a:xfrm>
          <a:prstGeom prst="rect">
            <a:avLst/>
          </a:prstGeom>
          <a:solidFill>
            <a:schemeClr val="accent1">
              <a:inv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T066</a:t>
            </a:r>
          </a:p>
        </p:txBody>
      </p:sp>
      <p:sp>
        <p:nvSpPr>
          <p:cNvPr id="68" name="T067"/>
          <p:cNvSpPr/>
          <p:nvPr/>
        </p:nvSpPr>
        <p:spPr>
          <a:xfrm>
            <a:off x="5440680" y="2862072"/>
            <a:ext cx="822960" cy="384048"/>
          </a:xfrm>
          <a:prstGeom prst="rect">
            <a:avLst/>
          </a:prstGeom>
          <a:solidFill>
            <a:schemeClr val="accent2">
              <a:tint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T067</a:t>
            </a:r>
          </a:p>
        </p:txBody>
      </p:sp>
      <p:sp>
        <p:nvSpPr>
          <p:cNvPr id="69" name="T068"/>
          <p:cNvSpPr/>
          <p:nvPr/>
        </p:nvSpPr>
        <p:spPr>
          <a:xfrm>
            <a:off x="6309360" y="2862072"/>
            <a:ext cx="822960" cy="384048"/>
          </a:xfrm>
          <a:prstGeom prst="rect">
            <a:avLst/>
          </a:prstGeom>
          <a:solidFill>
            <a:schemeClr val="accent2"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T068</a:t>
            </a:r>
          </a:p>
        </p:txBody>
      </p:sp>
      <p:sp>
        <p:nvSpPr>
          <p:cNvPr id="70" name="T069"/>
          <p:cNvSpPr/>
          <p:nvPr/>
        </p:nvSpPr>
        <p:spPr>
          <a:xfrm>
            <a:off x="7178040" y="2862072"/>
            <a:ext cx="822960" cy="384048"/>
          </a:xfrm>
          <a:prstGeom prst="rect">
            <a:avLst/>
          </a:prstGeom>
          <a:solidFill>
            <a:schemeClr val="accent2">
              <a:tint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T069</a:t>
            </a:r>
          </a:p>
        </p:txBody>
      </p:sp>
      <p:sp>
        <p:nvSpPr>
          <p:cNvPr id="71" name="T070"/>
          <p:cNvSpPr/>
          <p:nvPr/>
        </p:nvSpPr>
        <p:spPr>
          <a:xfrm>
            <a:off x="8046720" y="2862072"/>
            <a:ext cx="822960" cy="384048"/>
          </a:xfrm>
          <a:prstGeom prst="rect">
            <a:avLst/>
          </a:prstGeom>
          <a:solidFill>
            <a:schemeClr val="accent2">
              <a:shade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T070</a:t>
            </a:r>
          </a:p>
        </p:txBody>
      </p:sp>
      <p:sp>
        <p:nvSpPr>
          <p:cNvPr id="72" name="T071"/>
          <p:cNvSpPr/>
          <p:nvPr/>
        </p:nvSpPr>
        <p:spPr>
          <a:xfrm>
            <a:off x="228600" y="3300984"/>
            <a:ext cx="822960" cy="384048"/>
          </a:xfrm>
          <a:prstGeom prst="rect">
            <a:avLst/>
          </a:prstGeom>
          <a:solidFill>
            <a:schemeClr val="accent2"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T071</a:t>
            </a:r>
          </a:p>
        </p:txBody>
      </p:sp>
      <p:sp>
        <p:nvSpPr>
          <p:cNvPr id="73" name="T072"/>
          <p:cNvSpPr/>
          <p:nvPr/>
        </p:nvSpPr>
        <p:spPr>
          <a:xfrm>
            <a:off x="1097280" y="3300984"/>
            <a:ext cx="822960" cy="384048"/>
          </a:xfrm>
          <a:prstGeom prst="rect">
            <a:avLst/>
          </a:prstGeom>
          <a:solidFill>
            <a:schemeClr val="accent2">
              <a:shade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T072</a:t>
            </a:r>
          </a:p>
        </p:txBody>
      </p:sp>
      <p:sp>
        <p:nvSpPr>
          <p:cNvPr id="74" name="T073"/>
          <p:cNvSpPr/>
          <p:nvPr/>
        </p:nvSpPr>
        <p:spPr>
          <a:xfrm>
            <a:off x="1965960" y="3300984"/>
            <a:ext cx="822960" cy="384048"/>
          </a:xfrm>
          <a:prstGeom prst="rect">
            <a:avLst/>
          </a:prstGeom>
          <a:solidFill>
            <a:schemeClr val="accent2">
              <a:comp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T073</a:t>
            </a:r>
          </a:p>
        </p:txBody>
      </p:sp>
      <p:sp>
        <p:nvSpPr>
          <p:cNvPr id="75" name="T074"/>
          <p:cNvSpPr/>
          <p:nvPr/>
        </p:nvSpPr>
        <p:spPr>
          <a:xfrm>
            <a:off x="2834640" y="3300984"/>
            <a:ext cx="822960" cy="384048"/>
          </a:xfrm>
          <a:prstGeom prst="rect">
            <a:avLst/>
          </a:prstGeom>
          <a:solidFill>
            <a:schemeClr val="accent2">
              <a:inv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T074</a:t>
            </a:r>
          </a:p>
        </p:txBody>
      </p:sp>
      <p:sp>
        <p:nvSpPr>
          <p:cNvPr id="76" name="T075"/>
          <p:cNvSpPr/>
          <p:nvPr/>
        </p:nvSpPr>
        <p:spPr>
          <a:xfrm>
            <a:off x="3703320" y="3300984"/>
            <a:ext cx="822960" cy="384048"/>
          </a:xfrm>
          <a:prstGeom prst="rect">
            <a:avLst/>
          </a:prstGeom>
          <a:solidFill>
            <a:schemeClr val="accent2">
              <a:gray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T075</a:t>
            </a:r>
          </a:p>
        </p:txBody>
      </p:sp>
      <p:sp>
        <p:nvSpPr>
          <p:cNvPr id="77" name="T076"/>
          <p:cNvSpPr/>
          <p:nvPr/>
        </p:nvSpPr>
        <p:spPr>
          <a:xfrm>
            <a:off x="4572000" y="3300984"/>
            <a:ext cx="822960" cy="384048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T076</a:t>
            </a:r>
          </a:p>
        </p:txBody>
      </p:sp>
      <p:sp>
        <p:nvSpPr>
          <p:cNvPr id="78" name="T077"/>
          <p:cNvSpPr/>
          <p:nvPr/>
        </p:nvSpPr>
        <p:spPr>
          <a:xfrm>
            <a:off x="5440680" y="3300984"/>
            <a:ext cx="822960" cy="384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T077</a:t>
            </a:r>
          </a:p>
        </p:txBody>
      </p:sp>
      <p:sp>
        <p:nvSpPr>
          <p:cNvPr id="79" name="T078"/>
          <p:cNvSpPr/>
          <p:nvPr/>
        </p:nvSpPr>
        <p:spPr>
          <a:xfrm>
            <a:off x="6309360" y="3300984"/>
            <a:ext cx="822960" cy="384048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T078</a:t>
            </a:r>
          </a:p>
        </p:txBody>
      </p:sp>
      <p:sp>
        <p:nvSpPr>
          <p:cNvPr id="80" name="T079"/>
          <p:cNvSpPr/>
          <p:nvPr/>
        </p:nvSpPr>
        <p:spPr>
          <a:xfrm>
            <a:off x="7178040" y="3300984"/>
            <a:ext cx="822960" cy="384048"/>
          </a:xfrm>
          <a:prstGeom prst="rect">
            <a:avLst/>
          </a:prstGeom>
          <a:solidFill>
            <a:schemeClr val="accent2">
              <a:alpha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T079</a:t>
            </a:r>
          </a:p>
        </p:txBody>
      </p:sp>
      <p:sp>
        <p:nvSpPr>
          <p:cNvPr id="81" name="T080"/>
          <p:cNvSpPr/>
          <p:nvPr/>
        </p:nvSpPr>
        <p:spPr>
          <a:xfrm>
            <a:off x="8046720" y="3300984"/>
            <a:ext cx="822960" cy="384048"/>
          </a:xfrm>
          <a:prstGeom prst="rect">
            <a:avLst/>
          </a:prstGeom>
          <a:solidFill>
            <a:schemeClr val="accent2">
              <a:alpha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T080</a:t>
            </a:r>
          </a:p>
        </p:txBody>
      </p:sp>
      <p:sp>
        <p:nvSpPr>
          <p:cNvPr id="82" name="T081"/>
          <p:cNvSpPr/>
          <p:nvPr/>
        </p:nvSpPr>
        <p:spPr>
          <a:xfrm>
            <a:off x="228600" y="3739896"/>
            <a:ext cx="822960" cy="384048"/>
          </a:xfrm>
          <a:prstGeom prst="rect">
            <a:avLst/>
          </a:prstGeom>
          <a:solidFill>
            <a:schemeClr val="accent2">
              <a:alpha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T081</a:t>
            </a:r>
          </a:p>
        </p:txBody>
      </p:sp>
      <p:sp>
        <p:nvSpPr>
          <p:cNvPr id="83" name="T082"/>
          <p:cNvSpPr/>
          <p:nvPr/>
        </p:nvSpPr>
        <p:spPr>
          <a:xfrm>
            <a:off x="1097280" y="3739896"/>
            <a:ext cx="822960" cy="384048"/>
          </a:xfrm>
          <a:prstGeom prst="rect">
            <a:avLst/>
          </a:prstGeom>
          <a:solidFill>
            <a:schemeClr val="accent2">
              <a:alpha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T082</a:t>
            </a:r>
          </a:p>
        </p:txBody>
      </p:sp>
      <p:sp>
        <p:nvSpPr>
          <p:cNvPr id="84" name="T083"/>
          <p:cNvSpPr/>
          <p:nvPr/>
        </p:nvSpPr>
        <p:spPr>
          <a:xfrm>
            <a:off x="1965960" y="3739896"/>
            <a:ext cx="822960" cy="384048"/>
          </a:xfrm>
          <a:prstGeom prst="rect">
            <a:avLst/>
          </a:prstGeom>
          <a:solidFill>
            <a:schemeClr val="accent2">
              <a:h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T083</a:t>
            </a:r>
          </a:p>
        </p:txBody>
      </p:sp>
      <p:sp>
        <p:nvSpPr>
          <p:cNvPr id="85" name="T084"/>
          <p:cNvSpPr/>
          <p:nvPr/>
        </p:nvSpPr>
        <p:spPr>
          <a:xfrm>
            <a:off x="2834640" y="3739896"/>
            <a:ext cx="822960" cy="384048"/>
          </a:xfrm>
          <a:prstGeom prst="rect">
            <a:avLst/>
          </a:prstGeom>
          <a:solidFill>
            <a:schemeClr val="accent2">
              <a:hue val="7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T084</a:t>
            </a:r>
          </a:p>
        </p:txBody>
      </p:sp>
      <p:sp>
        <p:nvSpPr>
          <p:cNvPr id="86" name="T085"/>
          <p:cNvSpPr/>
          <p:nvPr/>
        </p:nvSpPr>
        <p:spPr>
          <a:xfrm>
            <a:off x="3703320" y="3739896"/>
            <a:ext cx="822960" cy="384048"/>
          </a:xfrm>
          <a:prstGeom prst="rect">
            <a:avLst/>
          </a:prstGeom>
          <a:solidFill>
            <a:schemeClr val="accent2">
              <a:hue val="14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T085</a:t>
            </a:r>
          </a:p>
        </p:txBody>
      </p:sp>
      <p:sp>
        <p:nvSpPr>
          <p:cNvPr id="87" name="T086"/>
          <p:cNvSpPr/>
          <p:nvPr/>
        </p:nvSpPr>
        <p:spPr>
          <a:xfrm>
            <a:off x="4572000" y="3739896"/>
            <a:ext cx="822960" cy="384048"/>
          </a:xfrm>
          <a:prstGeom prst="rect">
            <a:avLst/>
          </a:prstGeom>
          <a:solidFill>
            <a:schemeClr val="accent2">
              <a:hueOff val="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T086</a:t>
            </a:r>
          </a:p>
        </p:txBody>
      </p:sp>
      <p:sp>
        <p:nvSpPr>
          <p:cNvPr id="88" name="T087"/>
          <p:cNvSpPr/>
          <p:nvPr/>
        </p:nvSpPr>
        <p:spPr>
          <a:xfrm>
            <a:off x="5440680" y="3739896"/>
            <a:ext cx="822960" cy="384048"/>
          </a:xfrm>
          <a:prstGeom prst="rect">
            <a:avLst/>
          </a:prstGeom>
          <a:solidFill>
            <a:schemeClr val="accent2">
              <a:hueOff val="-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T087</a:t>
            </a:r>
          </a:p>
        </p:txBody>
      </p:sp>
      <p:sp>
        <p:nvSpPr>
          <p:cNvPr id="89" name="T088"/>
          <p:cNvSpPr/>
          <p:nvPr/>
        </p:nvSpPr>
        <p:spPr>
          <a:xfrm>
            <a:off x="6309360" y="3739896"/>
            <a:ext cx="822960" cy="384048"/>
          </a:xfrm>
          <a:prstGeom prst="rect">
            <a:avLst/>
          </a:prstGeom>
          <a:solidFill>
            <a:schemeClr val="accent2">
              <a:hueOff val="5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T088</a:t>
            </a:r>
          </a:p>
        </p:txBody>
      </p:sp>
      <p:sp>
        <p:nvSpPr>
          <p:cNvPr id="90" name="T089"/>
          <p:cNvSpPr/>
          <p:nvPr/>
        </p:nvSpPr>
        <p:spPr>
          <a:xfrm>
            <a:off x="7178040" y="3739896"/>
            <a:ext cx="822960" cy="384048"/>
          </a:xfrm>
          <a:prstGeom prst="rect">
            <a:avLst/>
          </a:prstGeom>
          <a:solidFill>
            <a:schemeClr val="accent2">
              <a:h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T089</a:t>
            </a:r>
          </a:p>
        </p:txBody>
      </p:sp>
      <p:sp>
        <p:nvSpPr>
          <p:cNvPr id="91" name="T090"/>
          <p:cNvSpPr/>
          <p:nvPr/>
        </p:nvSpPr>
        <p:spPr>
          <a:xfrm>
            <a:off x="8046720" y="3739896"/>
            <a:ext cx="822960" cy="384048"/>
          </a:xfrm>
          <a:prstGeom prst="rect">
            <a:avLst/>
          </a:prstGeom>
          <a:solidFill>
            <a:schemeClr val="accent2">
              <a:h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T090</a:t>
            </a:r>
          </a:p>
        </p:txBody>
      </p:sp>
      <p:sp>
        <p:nvSpPr>
          <p:cNvPr id="92" name="T091"/>
          <p:cNvSpPr/>
          <p:nvPr/>
        </p:nvSpPr>
        <p:spPr>
          <a:xfrm>
            <a:off x="228600" y="4178808"/>
            <a:ext cx="822960" cy="384048"/>
          </a:xfrm>
          <a:prstGeom prst="rect">
            <a:avLst/>
          </a:prstGeom>
          <a:solidFill>
            <a:schemeClr val="accent2">
              <a:hue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T091</a:t>
            </a:r>
          </a:p>
        </p:txBody>
      </p:sp>
      <p:sp>
        <p:nvSpPr>
          <p:cNvPr id="93" name="T092"/>
          <p:cNvSpPr/>
          <p:nvPr/>
        </p:nvSpPr>
        <p:spPr>
          <a:xfrm>
            <a:off x="1097280" y="4178808"/>
            <a:ext cx="822960" cy="384048"/>
          </a:xfrm>
          <a:prstGeom prst="rect">
            <a:avLst/>
          </a:prstGeom>
          <a:solidFill>
            <a:schemeClr val="accent2">
              <a:sat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T092</a:t>
            </a:r>
          </a:p>
        </p:txBody>
      </p:sp>
      <p:sp>
        <p:nvSpPr>
          <p:cNvPr id="94" name="T093"/>
          <p:cNvSpPr/>
          <p:nvPr/>
        </p:nvSpPr>
        <p:spPr>
          <a:xfrm>
            <a:off x="1965960" y="4178808"/>
            <a:ext cx="822960" cy="384048"/>
          </a:xfrm>
          <a:prstGeom prst="rect">
            <a:avLst/>
          </a:prstGeom>
          <a:solidFill>
            <a:schemeClr val="accent2">
              <a:sa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T093</a:t>
            </a:r>
          </a:p>
        </p:txBody>
      </p:sp>
      <p:sp>
        <p:nvSpPr>
          <p:cNvPr id="95" name="T094"/>
          <p:cNvSpPr/>
          <p:nvPr/>
        </p:nvSpPr>
        <p:spPr>
          <a:xfrm>
            <a:off x="2834640" y="4178808"/>
            <a:ext cx="822960" cy="384048"/>
          </a:xfrm>
          <a:prstGeom prst="rect">
            <a:avLst/>
          </a:prstGeom>
          <a:solidFill>
            <a:schemeClr val="accent2">
              <a:sat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T094</a:t>
            </a:r>
          </a:p>
        </p:txBody>
      </p:sp>
      <p:sp>
        <p:nvSpPr>
          <p:cNvPr id="96" name="T095"/>
          <p:cNvSpPr/>
          <p:nvPr/>
        </p:nvSpPr>
        <p:spPr>
          <a:xfrm>
            <a:off x="3703320" y="4178808"/>
            <a:ext cx="822960" cy="384048"/>
          </a:xfrm>
          <a:prstGeom prst="rect">
            <a:avLst/>
          </a:prstGeom>
          <a:solidFill>
            <a:schemeClr val="accent2">
              <a:sat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T095</a:t>
            </a:r>
          </a:p>
        </p:txBody>
      </p:sp>
      <p:sp>
        <p:nvSpPr>
          <p:cNvPr id="97" name="T096"/>
          <p:cNvSpPr/>
          <p:nvPr/>
        </p:nvSpPr>
        <p:spPr>
          <a:xfrm>
            <a:off x="4572000" y="4178808"/>
            <a:ext cx="822960" cy="384048"/>
          </a:xfrm>
          <a:prstGeom prst="rect">
            <a:avLst/>
          </a:prstGeom>
          <a:solidFill>
            <a:schemeClr val="accent2">
              <a:sat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T096</a:t>
            </a:r>
          </a:p>
        </p:txBody>
      </p:sp>
      <p:sp>
        <p:nvSpPr>
          <p:cNvPr id="98" name="T097"/>
          <p:cNvSpPr/>
          <p:nvPr/>
        </p:nvSpPr>
        <p:spPr>
          <a:xfrm>
            <a:off x="5440680" y="4178808"/>
            <a:ext cx="822960" cy="384048"/>
          </a:xfrm>
          <a:prstGeom prst="rect">
            <a:avLst/>
          </a:prstGeom>
          <a:solidFill>
            <a:schemeClr val="accent2">
              <a:sat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T097</a:t>
            </a:r>
          </a:p>
        </p:txBody>
      </p:sp>
      <p:sp>
        <p:nvSpPr>
          <p:cNvPr id="99" name="T098"/>
          <p:cNvSpPr/>
          <p:nvPr/>
        </p:nvSpPr>
        <p:spPr>
          <a:xfrm>
            <a:off x="6309360" y="4178808"/>
            <a:ext cx="822960" cy="384048"/>
          </a:xfrm>
          <a:prstGeom prst="rect">
            <a:avLst/>
          </a:prstGeom>
          <a:solidFill>
            <a:schemeClr val="accent2">
              <a:sat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T098</a:t>
            </a:r>
          </a:p>
        </p:txBody>
      </p:sp>
      <p:sp>
        <p:nvSpPr>
          <p:cNvPr id="100" name="T099"/>
          <p:cNvSpPr/>
          <p:nvPr/>
        </p:nvSpPr>
        <p:spPr>
          <a:xfrm>
            <a:off x="7178040" y="4178808"/>
            <a:ext cx="822960" cy="384048"/>
          </a:xfrm>
          <a:prstGeom prst="rect">
            <a:avLst/>
          </a:prstGeom>
          <a:solidFill>
            <a:schemeClr val="accent2"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T099</a:t>
            </a:r>
          </a:p>
        </p:txBody>
      </p:sp>
      <p:sp>
        <p:nvSpPr>
          <p:cNvPr id="101" name="T100"/>
          <p:cNvSpPr/>
          <p:nvPr/>
        </p:nvSpPr>
        <p:spPr>
          <a:xfrm>
            <a:off x="8046720" y="4178808"/>
            <a:ext cx="822960" cy="384048"/>
          </a:xfrm>
          <a:prstGeom prst="rect">
            <a:avLst/>
          </a:prstGeom>
          <a:solidFill>
            <a:schemeClr val="accent2">
              <a:sat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T100</a:t>
            </a:r>
          </a:p>
        </p:txBody>
      </p:sp>
      <p:sp>
        <p:nvSpPr>
          <p:cNvPr id="102" name="T101"/>
          <p:cNvSpPr/>
          <p:nvPr/>
        </p:nvSpPr>
        <p:spPr>
          <a:xfrm>
            <a:off x="228600" y="4617720"/>
            <a:ext cx="822960" cy="384048"/>
          </a:xfrm>
          <a:prstGeom prst="rect">
            <a:avLst/>
          </a:prstGeom>
          <a:solidFill>
            <a:schemeClr val="accent2">
              <a:lum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T101</a:t>
            </a:r>
          </a:p>
        </p:txBody>
      </p:sp>
      <p:sp>
        <p:nvSpPr>
          <p:cNvPr id="103" name="T102"/>
          <p:cNvSpPr/>
          <p:nvPr/>
        </p:nvSpPr>
        <p:spPr>
          <a:xfrm>
            <a:off x="1097280" y="4617720"/>
            <a:ext cx="822960" cy="384048"/>
          </a:xfrm>
          <a:prstGeom prst="rect">
            <a:avLst/>
          </a:prstGeom>
          <a:solidFill>
            <a:schemeClr val="accent2">
              <a:lum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T102</a:t>
            </a:r>
          </a:p>
        </p:txBody>
      </p:sp>
      <p:sp>
        <p:nvSpPr>
          <p:cNvPr id="104" name="T103"/>
          <p:cNvSpPr/>
          <p:nvPr/>
        </p:nvSpPr>
        <p:spPr>
          <a:xfrm>
            <a:off x="1965960" y="4617720"/>
            <a:ext cx="822960" cy="384048"/>
          </a:xfrm>
          <a:prstGeom prst="rect">
            <a:avLst/>
          </a:prstGeom>
          <a:solidFill>
            <a:schemeClr val="accent2">
              <a:lum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T103</a:t>
            </a:r>
          </a:p>
        </p:txBody>
      </p:sp>
      <p:sp>
        <p:nvSpPr>
          <p:cNvPr id="105" name="T104"/>
          <p:cNvSpPr/>
          <p:nvPr/>
        </p:nvSpPr>
        <p:spPr>
          <a:xfrm>
            <a:off x="2834640" y="4617720"/>
            <a:ext cx="822960" cy="384048"/>
          </a:xfrm>
          <a:prstGeom prst="rect">
            <a:avLst/>
          </a:prstGeom>
          <a:solidFill>
            <a:schemeClr val="accent2">
              <a:lum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T104</a:t>
            </a:r>
          </a:p>
        </p:txBody>
      </p:sp>
      <p:sp>
        <p:nvSpPr>
          <p:cNvPr id="106" name="T105"/>
          <p:cNvSpPr/>
          <p:nvPr/>
        </p:nvSpPr>
        <p:spPr>
          <a:xfrm>
            <a:off x="3703320" y="4617720"/>
            <a:ext cx="822960" cy="384048"/>
          </a:xfrm>
          <a:prstGeom prst="rect">
            <a:avLst/>
          </a:prstGeom>
          <a:solidFill>
            <a:schemeClr val="accent2">
              <a:lumOff val="2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T105</a:t>
            </a:r>
          </a:p>
        </p:txBody>
      </p:sp>
      <p:sp>
        <p:nvSpPr>
          <p:cNvPr id="107" name="T106"/>
          <p:cNvSpPr/>
          <p:nvPr/>
        </p:nvSpPr>
        <p:spPr>
          <a:xfrm>
            <a:off x="4572000" y="4617720"/>
            <a:ext cx="822960" cy="384048"/>
          </a:xfrm>
          <a:prstGeom prst="rect">
            <a:avLst/>
          </a:prstGeom>
          <a:solidFill>
            <a:schemeClr val="accent2"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T106</a:t>
            </a:r>
          </a:p>
        </p:txBody>
      </p:sp>
      <p:sp>
        <p:nvSpPr>
          <p:cNvPr id="108" name="T107"/>
          <p:cNvSpPr/>
          <p:nvPr/>
        </p:nvSpPr>
        <p:spPr>
          <a:xfrm>
            <a:off x="5440680" y="4617720"/>
            <a:ext cx="822960" cy="384048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T107</a:t>
            </a:r>
          </a:p>
        </p:txBody>
      </p:sp>
      <p:sp>
        <p:nvSpPr>
          <p:cNvPr id="109" name="T108"/>
          <p:cNvSpPr/>
          <p:nvPr/>
        </p:nvSpPr>
        <p:spPr>
          <a:xfrm>
            <a:off x="6309360" y="4617720"/>
            <a:ext cx="822960" cy="3840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T108</a:t>
            </a:r>
          </a:p>
        </p:txBody>
      </p:sp>
      <p:sp>
        <p:nvSpPr>
          <p:cNvPr id="110" name="T109"/>
          <p:cNvSpPr/>
          <p:nvPr/>
        </p:nvSpPr>
        <p:spPr>
          <a:xfrm>
            <a:off x="7178040" y="4617720"/>
            <a:ext cx="8229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T109</a:t>
            </a:r>
          </a:p>
        </p:txBody>
      </p:sp>
      <p:sp>
        <p:nvSpPr>
          <p:cNvPr id="111" name="T110"/>
          <p:cNvSpPr/>
          <p:nvPr/>
        </p:nvSpPr>
        <p:spPr>
          <a:xfrm>
            <a:off x="8046720" y="4617720"/>
            <a:ext cx="822960" cy="384048"/>
          </a:xfrm>
          <a:prstGeom prst="rect">
            <a:avLst/>
          </a:prstGeom>
          <a:solidFill>
            <a:schemeClr val="accent2">
              <a:red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T110</a:t>
            </a:r>
          </a:p>
        </p:txBody>
      </p:sp>
      <p:sp>
        <p:nvSpPr>
          <p:cNvPr id="112" name="T111"/>
          <p:cNvSpPr/>
          <p:nvPr/>
        </p:nvSpPr>
        <p:spPr>
          <a:xfrm>
            <a:off x="228600" y="5056632"/>
            <a:ext cx="822960" cy="384048"/>
          </a:xfrm>
          <a:prstGeom prst="rect">
            <a:avLst/>
          </a:prstGeom>
          <a:solidFill>
            <a:schemeClr val="accent2">
              <a:re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T111</a:t>
            </a:r>
          </a:p>
        </p:txBody>
      </p:sp>
      <p:sp>
        <p:nvSpPr>
          <p:cNvPr id="113" name="T112"/>
          <p:cNvSpPr/>
          <p:nvPr/>
        </p:nvSpPr>
        <p:spPr>
          <a:xfrm>
            <a:off x="1097280" y="5056632"/>
            <a:ext cx="822960" cy="384048"/>
          </a:xfrm>
          <a:prstGeom prst="rect">
            <a:avLst/>
          </a:prstGeom>
          <a:solidFill>
            <a:schemeClr val="accent2">
              <a:red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T112</a:t>
            </a:r>
          </a:p>
        </p:txBody>
      </p:sp>
      <p:sp>
        <p:nvSpPr>
          <p:cNvPr id="114" name="T113"/>
          <p:cNvSpPr/>
          <p:nvPr/>
        </p:nvSpPr>
        <p:spPr>
          <a:xfrm>
            <a:off x="1965960" y="5056632"/>
            <a:ext cx="822960" cy="384048"/>
          </a:xfrm>
          <a:prstGeom prst="rect">
            <a:avLst/>
          </a:prstGeom>
          <a:solidFill>
            <a:schemeClr val="accent2">
              <a:red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T113</a:t>
            </a:r>
          </a:p>
        </p:txBody>
      </p:sp>
      <p:sp>
        <p:nvSpPr>
          <p:cNvPr id="115" name="T114"/>
          <p:cNvSpPr/>
          <p:nvPr/>
        </p:nvSpPr>
        <p:spPr>
          <a:xfrm>
            <a:off x="2834640" y="5056632"/>
            <a:ext cx="822960" cy="384048"/>
          </a:xfrm>
          <a:prstGeom prst="rect">
            <a:avLst/>
          </a:prstGeom>
          <a:solidFill>
            <a:schemeClr val="accent2">
              <a:red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T114</a:t>
            </a:r>
          </a:p>
        </p:txBody>
      </p:sp>
      <p:sp>
        <p:nvSpPr>
          <p:cNvPr id="116" name="T115"/>
          <p:cNvSpPr/>
          <p:nvPr/>
        </p:nvSpPr>
        <p:spPr>
          <a:xfrm>
            <a:off x="3703320" y="5056632"/>
            <a:ext cx="822960" cy="384048"/>
          </a:xfrm>
          <a:prstGeom prst="rect">
            <a:avLst/>
          </a:prstGeom>
          <a:solidFill>
            <a:schemeClr val="accent2">
              <a:red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T115</a:t>
            </a:r>
          </a:p>
        </p:txBody>
      </p:sp>
      <p:sp>
        <p:nvSpPr>
          <p:cNvPr id="117" name="T116"/>
          <p:cNvSpPr/>
          <p:nvPr/>
        </p:nvSpPr>
        <p:spPr>
          <a:xfrm>
            <a:off x="4572000" y="5056632"/>
            <a:ext cx="822960" cy="384048"/>
          </a:xfrm>
          <a:prstGeom prst="rect">
            <a:avLst/>
          </a:prstGeom>
          <a:solidFill>
            <a:schemeClr val="accent2">
              <a:red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T116</a:t>
            </a:r>
          </a:p>
        </p:txBody>
      </p:sp>
      <p:sp>
        <p:nvSpPr>
          <p:cNvPr id="118" name="T117"/>
          <p:cNvSpPr/>
          <p:nvPr/>
        </p:nvSpPr>
        <p:spPr>
          <a:xfrm>
            <a:off x="5440680" y="5056632"/>
            <a:ext cx="822960" cy="384048"/>
          </a:xfrm>
          <a:prstGeom prst="rect">
            <a:avLst/>
          </a:prstGeom>
          <a:solidFill>
            <a:schemeClr val="accent2">
              <a:green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T117</a:t>
            </a:r>
          </a:p>
        </p:txBody>
      </p:sp>
      <p:sp>
        <p:nvSpPr>
          <p:cNvPr id="119" name="T118"/>
          <p:cNvSpPr/>
          <p:nvPr/>
        </p:nvSpPr>
        <p:spPr>
          <a:xfrm>
            <a:off x="6309360" y="5056632"/>
            <a:ext cx="822960" cy="384048"/>
          </a:xfrm>
          <a:prstGeom prst="rect">
            <a:avLst/>
          </a:prstGeom>
          <a:solidFill>
            <a:schemeClr val="accent2">
              <a:green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T118</a:t>
            </a:r>
          </a:p>
        </p:txBody>
      </p:sp>
      <p:sp>
        <p:nvSpPr>
          <p:cNvPr id="120" name="T119"/>
          <p:cNvSpPr/>
          <p:nvPr/>
        </p:nvSpPr>
        <p:spPr>
          <a:xfrm>
            <a:off x="7178040" y="5056632"/>
            <a:ext cx="822960" cy="384048"/>
          </a:xfrm>
          <a:prstGeom prst="rect">
            <a:avLst/>
          </a:prstGeom>
          <a:solidFill>
            <a:schemeClr val="accent2">
              <a:green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T119</a:t>
            </a:r>
          </a:p>
        </p:txBody>
      </p:sp>
      <p:sp>
        <p:nvSpPr>
          <p:cNvPr id="121" name="T120"/>
          <p:cNvSpPr/>
          <p:nvPr/>
        </p:nvSpPr>
        <p:spPr>
          <a:xfrm>
            <a:off x="8046720" y="5056632"/>
            <a:ext cx="822960" cy="384048"/>
          </a:xfrm>
          <a:prstGeom prst="rect">
            <a:avLst/>
          </a:prstGeom>
          <a:solidFill>
            <a:schemeClr val="accent2">
              <a:green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T120</a:t>
            </a:r>
          </a:p>
        </p:txBody>
      </p:sp>
      <p:sp>
        <p:nvSpPr>
          <p:cNvPr id="122" name="T121"/>
          <p:cNvSpPr/>
          <p:nvPr/>
        </p:nvSpPr>
        <p:spPr>
          <a:xfrm>
            <a:off x="228600" y="5495544"/>
            <a:ext cx="822960" cy="384048"/>
          </a:xfrm>
          <a:prstGeom prst="rect">
            <a:avLst/>
          </a:prstGeom>
          <a:solidFill>
            <a:schemeClr val="accent2">
              <a:green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T121</a:t>
            </a:r>
          </a:p>
        </p:txBody>
      </p:sp>
      <p:sp>
        <p:nvSpPr>
          <p:cNvPr id="123" name="T122"/>
          <p:cNvSpPr/>
          <p:nvPr/>
        </p:nvSpPr>
        <p:spPr>
          <a:xfrm>
            <a:off x="1097280" y="5495544"/>
            <a:ext cx="822960" cy="384048"/>
          </a:xfrm>
          <a:prstGeom prst="rect">
            <a:avLst/>
          </a:prstGeom>
          <a:solidFill>
            <a:schemeClr val="accent2">
              <a:green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T122</a:t>
            </a:r>
          </a:p>
        </p:txBody>
      </p:sp>
      <p:sp>
        <p:nvSpPr>
          <p:cNvPr id="124" name="T123"/>
          <p:cNvSpPr/>
          <p:nvPr/>
        </p:nvSpPr>
        <p:spPr>
          <a:xfrm>
            <a:off x="1965960" y="5495544"/>
            <a:ext cx="822960" cy="384048"/>
          </a:xfrm>
          <a:prstGeom prst="rect">
            <a:avLst/>
          </a:prstGeom>
          <a:solidFill>
            <a:schemeClr val="accent2">
              <a:green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T123</a:t>
            </a:r>
          </a:p>
        </p:txBody>
      </p:sp>
      <p:sp>
        <p:nvSpPr>
          <p:cNvPr id="125" name="T124"/>
          <p:cNvSpPr/>
          <p:nvPr/>
        </p:nvSpPr>
        <p:spPr>
          <a:xfrm>
            <a:off x="2834640" y="5495544"/>
            <a:ext cx="822960" cy="384048"/>
          </a:xfrm>
          <a:prstGeom prst="rect">
            <a:avLst/>
          </a:prstGeom>
          <a:solidFill>
            <a:schemeClr val="accent2">
              <a:bl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T124</a:t>
            </a:r>
          </a:p>
        </p:txBody>
      </p:sp>
      <p:sp>
        <p:nvSpPr>
          <p:cNvPr id="126" name="T125"/>
          <p:cNvSpPr/>
          <p:nvPr/>
        </p:nvSpPr>
        <p:spPr>
          <a:xfrm>
            <a:off x="3703320" y="5495544"/>
            <a:ext cx="822960" cy="384048"/>
          </a:xfrm>
          <a:prstGeom prst="rect">
            <a:avLst/>
          </a:prstGeom>
          <a:solidFill>
            <a:schemeClr val="accent2">
              <a:blu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T125</a:t>
            </a:r>
          </a:p>
        </p:txBody>
      </p:sp>
      <p:sp>
        <p:nvSpPr>
          <p:cNvPr id="127" name="T126"/>
          <p:cNvSpPr/>
          <p:nvPr/>
        </p:nvSpPr>
        <p:spPr>
          <a:xfrm>
            <a:off x="4572000" y="5495544"/>
            <a:ext cx="822960" cy="384048"/>
          </a:xfrm>
          <a:prstGeom prst="rect">
            <a:avLst/>
          </a:prstGeom>
          <a:solidFill>
            <a:schemeClr val="accent2">
              <a:blue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T126</a:t>
            </a:r>
          </a:p>
        </p:txBody>
      </p:sp>
      <p:sp>
        <p:nvSpPr>
          <p:cNvPr id="128" name="T127"/>
          <p:cNvSpPr/>
          <p:nvPr/>
        </p:nvSpPr>
        <p:spPr>
          <a:xfrm>
            <a:off x="5440680" y="5495544"/>
            <a:ext cx="822960" cy="384048"/>
          </a:xfrm>
          <a:prstGeom prst="rect">
            <a:avLst/>
          </a:prstGeom>
          <a:solidFill>
            <a:schemeClr val="accent2">
              <a:blue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T127</a:t>
            </a:r>
          </a:p>
        </p:txBody>
      </p:sp>
      <p:sp>
        <p:nvSpPr>
          <p:cNvPr id="129" name="T128"/>
          <p:cNvSpPr/>
          <p:nvPr/>
        </p:nvSpPr>
        <p:spPr>
          <a:xfrm>
            <a:off x="6309360" y="5495544"/>
            <a:ext cx="822960" cy="384048"/>
          </a:xfrm>
          <a:prstGeom prst="rect">
            <a:avLst/>
          </a:prstGeom>
          <a:solidFill>
            <a:schemeClr val="accent2">
              <a:blue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T128</a:t>
            </a:r>
          </a:p>
        </p:txBody>
      </p:sp>
      <p:sp>
        <p:nvSpPr>
          <p:cNvPr id="130" name="T129"/>
          <p:cNvSpPr/>
          <p:nvPr/>
        </p:nvSpPr>
        <p:spPr>
          <a:xfrm>
            <a:off x="7178040" y="5495544"/>
            <a:ext cx="822960" cy="384048"/>
          </a:xfrm>
          <a:prstGeom prst="rect">
            <a:avLst/>
          </a:prstGeom>
          <a:solidFill>
            <a:schemeClr val="accent2">
              <a:bl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T129</a:t>
            </a:r>
          </a:p>
        </p:txBody>
      </p:sp>
      <p:sp>
        <p:nvSpPr>
          <p:cNvPr id="131" name="T130"/>
          <p:cNvSpPr/>
          <p:nvPr/>
        </p:nvSpPr>
        <p:spPr>
          <a:xfrm>
            <a:off x="8046720" y="5495544"/>
            <a:ext cx="822960" cy="384048"/>
          </a:xfrm>
          <a:prstGeom prst="rect">
            <a:avLst/>
          </a:prstGeom>
          <a:solidFill>
            <a:schemeClr val="accent2">
              <a:bl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T130</a:t>
            </a:r>
          </a:p>
        </p:txBody>
      </p:sp>
      <p:sp>
        <p:nvSpPr>
          <p:cNvPr id="132" name="T131"/>
          <p:cNvSpPr/>
          <p:nvPr/>
        </p:nvSpPr>
        <p:spPr>
          <a:xfrm>
            <a:off x="228600" y="5934456"/>
            <a:ext cx="822960" cy="384048"/>
          </a:xfrm>
          <a:prstGeom prst="rect">
            <a:avLst/>
          </a:prstGeom>
          <a:solidFill>
            <a:schemeClr val="accent2">
              <a: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T131</a:t>
            </a:r>
          </a:p>
        </p:txBody>
      </p:sp>
      <p:sp>
        <p:nvSpPr>
          <p:cNvPr id="133" name="T132"/>
          <p:cNvSpPr/>
          <p:nvPr/>
        </p:nvSpPr>
        <p:spPr>
          <a:xfrm>
            <a:off x="1097280" y="5934456"/>
            <a:ext cx="822960" cy="384048"/>
          </a:xfrm>
          <a:prstGeom prst="rect">
            <a:avLst/>
          </a:prstGeom>
          <a:solidFill>
            <a:schemeClr val="accent2">
              <a:inv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T132</a:t>
            </a:r>
          </a:p>
        </p:txBody>
      </p:sp>
      <p:sp>
        <p:nvSpPr>
          <p:cNvPr id="134" name="T133"/>
          <p:cNvSpPr/>
          <p:nvPr/>
        </p:nvSpPr>
        <p:spPr>
          <a:xfrm>
            <a:off x="1965960" y="5934456"/>
            <a:ext cx="822960" cy="384048"/>
          </a:xfrm>
          <a:prstGeom prst="rect">
            <a:avLst/>
          </a:prstGeom>
          <a:solidFill>
            <a:schemeClr val="accent4">
              <a:tint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T133</a:t>
            </a:r>
          </a:p>
        </p:txBody>
      </p:sp>
      <p:sp>
        <p:nvSpPr>
          <p:cNvPr id="135" name="T134"/>
          <p:cNvSpPr/>
          <p:nvPr/>
        </p:nvSpPr>
        <p:spPr>
          <a:xfrm>
            <a:off x="2834640" y="5934456"/>
            <a:ext cx="822960" cy="384048"/>
          </a:xfrm>
          <a:prstGeom prst="rect">
            <a:avLst/>
          </a:prstGeom>
          <a:solidFill>
            <a:schemeClr val="accent4"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T134</a:t>
            </a:r>
          </a:p>
        </p:txBody>
      </p:sp>
      <p:sp>
        <p:nvSpPr>
          <p:cNvPr id="136" name="T135"/>
          <p:cNvSpPr/>
          <p:nvPr/>
        </p:nvSpPr>
        <p:spPr>
          <a:xfrm>
            <a:off x="3703320" y="5934456"/>
            <a:ext cx="822960" cy="384048"/>
          </a:xfrm>
          <a:prstGeom prst="rect">
            <a:avLst/>
          </a:prstGeom>
          <a:solidFill>
            <a:schemeClr val="accent4">
              <a:tint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T135</a:t>
            </a:r>
          </a:p>
        </p:txBody>
      </p:sp>
      <p:sp>
        <p:nvSpPr>
          <p:cNvPr id="137" name="T136"/>
          <p:cNvSpPr/>
          <p:nvPr/>
        </p:nvSpPr>
        <p:spPr>
          <a:xfrm>
            <a:off x="4572000" y="5934456"/>
            <a:ext cx="822960" cy="384048"/>
          </a:xfrm>
          <a:prstGeom prst="rect">
            <a:avLst/>
          </a:prstGeom>
          <a:solidFill>
            <a:schemeClr val="accent4">
              <a:shade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T136</a:t>
            </a:r>
          </a:p>
        </p:txBody>
      </p:sp>
      <p:sp>
        <p:nvSpPr>
          <p:cNvPr id="138" name="T137"/>
          <p:cNvSpPr/>
          <p:nvPr/>
        </p:nvSpPr>
        <p:spPr>
          <a:xfrm>
            <a:off x="5440680" y="5934456"/>
            <a:ext cx="822960" cy="384048"/>
          </a:xfrm>
          <a:prstGeom prst="rect">
            <a:avLst/>
          </a:prstGeom>
          <a:solidFill>
            <a:schemeClr val="accent4"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T137</a:t>
            </a:r>
          </a:p>
        </p:txBody>
      </p:sp>
      <p:sp>
        <p:nvSpPr>
          <p:cNvPr id="139" name="T138"/>
          <p:cNvSpPr/>
          <p:nvPr/>
        </p:nvSpPr>
        <p:spPr>
          <a:xfrm>
            <a:off x="6309360" y="5934456"/>
            <a:ext cx="822960" cy="384048"/>
          </a:xfrm>
          <a:prstGeom prst="rect">
            <a:avLst/>
          </a:prstGeom>
          <a:solidFill>
            <a:schemeClr val="accent4">
              <a:shade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T138</a:t>
            </a:r>
          </a:p>
        </p:txBody>
      </p:sp>
      <p:sp>
        <p:nvSpPr>
          <p:cNvPr id="140" name="T139"/>
          <p:cNvSpPr/>
          <p:nvPr/>
        </p:nvSpPr>
        <p:spPr>
          <a:xfrm>
            <a:off x="7178040" y="5934456"/>
            <a:ext cx="822960" cy="384048"/>
          </a:xfrm>
          <a:prstGeom prst="rect">
            <a:avLst/>
          </a:prstGeom>
          <a:solidFill>
            <a:schemeClr val="accent4">
              <a:comp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T139</a:t>
            </a:r>
          </a:p>
        </p:txBody>
      </p:sp>
      <p:sp>
        <p:nvSpPr>
          <p:cNvPr id="141" name="T140"/>
          <p:cNvSpPr/>
          <p:nvPr/>
        </p:nvSpPr>
        <p:spPr>
          <a:xfrm>
            <a:off x="8046720" y="5934456"/>
            <a:ext cx="822960" cy="384048"/>
          </a:xfrm>
          <a:prstGeom prst="rect">
            <a:avLst/>
          </a:prstGeom>
          <a:solidFill>
            <a:schemeClr val="accent4">
              <a:inv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T140</a:t>
            </a:r>
          </a:p>
        </p:txBody>
      </p:sp>
      <p:sp>
        <p:nvSpPr>
          <p:cNvPr id="142" name="T141"/>
          <p:cNvSpPr/>
          <p:nvPr/>
        </p:nvSpPr>
        <p:spPr>
          <a:xfrm>
            <a:off x="228600" y="6373368"/>
            <a:ext cx="822960" cy="384048"/>
          </a:xfrm>
          <a:prstGeom prst="rect">
            <a:avLst/>
          </a:prstGeom>
          <a:solidFill>
            <a:schemeClr val="accent4">
              <a:gray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T141</a:t>
            </a:r>
          </a:p>
        </p:txBody>
      </p:sp>
      <p:sp>
        <p:nvSpPr>
          <p:cNvPr id="143" name="T142"/>
          <p:cNvSpPr/>
          <p:nvPr/>
        </p:nvSpPr>
        <p:spPr>
          <a:xfrm>
            <a:off x="1097280" y="6373368"/>
            <a:ext cx="822960" cy="384048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T142</a:t>
            </a:r>
          </a:p>
        </p:txBody>
      </p:sp>
      <p:sp>
        <p:nvSpPr>
          <p:cNvPr id="144" name="T143"/>
          <p:cNvSpPr/>
          <p:nvPr/>
        </p:nvSpPr>
        <p:spPr>
          <a:xfrm>
            <a:off x="1965960" y="6373368"/>
            <a:ext cx="822960" cy="38404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T143</a:t>
            </a:r>
          </a:p>
        </p:txBody>
      </p:sp>
      <p:sp>
        <p:nvSpPr>
          <p:cNvPr id="145" name="T144"/>
          <p:cNvSpPr/>
          <p:nvPr/>
        </p:nvSpPr>
        <p:spPr>
          <a:xfrm>
            <a:off x="2834640" y="6373368"/>
            <a:ext cx="822960" cy="384048"/>
          </a:xfrm>
          <a:prstGeom prst="rect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T144</a:t>
            </a:r>
          </a:p>
        </p:txBody>
      </p:sp>
      <p:sp>
        <p:nvSpPr>
          <p:cNvPr id="146" name="T145"/>
          <p:cNvSpPr/>
          <p:nvPr/>
        </p:nvSpPr>
        <p:spPr>
          <a:xfrm>
            <a:off x="3703320" y="6373368"/>
            <a:ext cx="822960" cy="384048"/>
          </a:xfrm>
          <a:prstGeom prst="rect">
            <a:avLst/>
          </a:prstGeom>
          <a:solidFill>
            <a:schemeClr val="accent4">
              <a:alpha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T145</a:t>
            </a:r>
          </a:p>
        </p:txBody>
      </p:sp>
      <p:sp>
        <p:nvSpPr>
          <p:cNvPr id="147" name="T146"/>
          <p:cNvSpPr/>
          <p:nvPr/>
        </p:nvSpPr>
        <p:spPr>
          <a:xfrm>
            <a:off x="4572000" y="6373368"/>
            <a:ext cx="822960" cy="384048"/>
          </a:xfrm>
          <a:prstGeom prst="rect">
            <a:avLst/>
          </a:prstGeom>
          <a:solidFill>
            <a:schemeClr val="accent4">
              <a:alpha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T146</a:t>
            </a:r>
          </a:p>
        </p:txBody>
      </p:sp>
      <p:sp>
        <p:nvSpPr>
          <p:cNvPr id="148" name="T147"/>
          <p:cNvSpPr/>
          <p:nvPr/>
        </p:nvSpPr>
        <p:spPr>
          <a:xfrm>
            <a:off x="5440680" y="6373368"/>
            <a:ext cx="822960" cy="384048"/>
          </a:xfrm>
          <a:prstGeom prst="rect">
            <a:avLst/>
          </a:prstGeom>
          <a:solidFill>
            <a:schemeClr val="accent4">
              <a:alpha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T147</a:t>
            </a:r>
          </a:p>
        </p:txBody>
      </p:sp>
      <p:sp>
        <p:nvSpPr>
          <p:cNvPr id="149" name="T148"/>
          <p:cNvSpPr/>
          <p:nvPr/>
        </p:nvSpPr>
        <p:spPr>
          <a:xfrm>
            <a:off x="6309360" y="6373368"/>
            <a:ext cx="822960" cy="384048"/>
          </a:xfrm>
          <a:prstGeom prst="rect">
            <a:avLst/>
          </a:prstGeom>
          <a:solidFill>
            <a:schemeClr val="accent4">
              <a:alpha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T148</a:t>
            </a:r>
          </a:p>
        </p:txBody>
      </p:sp>
      <p:sp>
        <p:nvSpPr>
          <p:cNvPr id="150" name="T149"/>
          <p:cNvSpPr/>
          <p:nvPr/>
        </p:nvSpPr>
        <p:spPr>
          <a:xfrm>
            <a:off x="7178040" y="6373368"/>
            <a:ext cx="822960" cy="384048"/>
          </a:xfrm>
          <a:prstGeom prst="rect">
            <a:avLst/>
          </a:prstGeom>
          <a:solidFill>
            <a:schemeClr val="accent4">
              <a:h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T149</a:t>
            </a:r>
          </a:p>
        </p:txBody>
      </p:sp>
      <p:sp>
        <p:nvSpPr>
          <p:cNvPr id="151" name="T150"/>
          <p:cNvSpPr/>
          <p:nvPr/>
        </p:nvSpPr>
        <p:spPr>
          <a:xfrm>
            <a:off x="8046720" y="6373368"/>
            <a:ext cx="822960" cy="384048"/>
          </a:xfrm>
          <a:prstGeom prst="rect">
            <a:avLst/>
          </a:prstGeom>
          <a:solidFill>
            <a:schemeClr val="accent4">
              <a:hue val="7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151"/>
          <p:cNvSpPr/>
          <p:nvPr/>
        </p:nvSpPr>
        <p:spPr>
          <a:xfrm>
            <a:off x="228600" y="228600"/>
            <a:ext cx="822960" cy="384048"/>
          </a:xfrm>
          <a:prstGeom prst="rect">
            <a:avLst/>
          </a:prstGeom>
          <a:solidFill>
            <a:schemeClr val="accent4">
              <a:hue val="14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T151</a:t>
            </a:r>
          </a:p>
        </p:txBody>
      </p:sp>
      <p:sp>
        <p:nvSpPr>
          <p:cNvPr id="153" name="T152"/>
          <p:cNvSpPr/>
          <p:nvPr/>
        </p:nvSpPr>
        <p:spPr>
          <a:xfrm>
            <a:off x="1097280" y="228600"/>
            <a:ext cx="822960" cy="384048"/>
          </a:xfrm>
          <a:prstGeom prst="rect">
            <a:avLst/>
          </a:prstGeom>
          <a:solidFill>
            <a:schemeClr val="accent4">
              <a:hueOff val="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T152</a:t>
            </a:r>
          </a:p>
        </p:txBody>
      </p:sp>
      <p:sp>
        <p:nvSpPr>
          <p:cNvPr id="154" name="T153"/>
          <p:cNvSpPr/>
          <p:nvPr/>
        </p:nvSpPr>
        <p:spPr>
          <a:xfrm>
            <a:off x="1965960" y="228600"/>
            <a:ext cx="822960" cy="384048"/>
          </a:xfrm>
          <a:prstGeom prst="rect">
            <a:avLst/>
          </a:prstGeom>
          <a:solidFill>
            <a:schemeClr val="accent4">
              <a:hueOff val="-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T153</a:t>
            </a:r>
          </a:p>
        </p:txBody>
      </p:sp>
      <p:sp>
        <p:nvSpPr>
          <p:cNvPr id="155" name="T154"/>
          <p:cNvSpPr/>
          <p:nvPr/>
        </p:nvSpPr>
        <p:spPr>
          <a:xfrm>
            <a:off x="2834640" y="228600"/>
            <a:ext cx="822960" cy="384048"/>
          </a:xfrm>
          <a:prstGeom prst="rect">
            <a:avLst/>
          </a:prstGeom>
          <a:solidFill>
            <a:schemeClr val="accent4">
              <a:hueOff val="5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T154</a:t>
            </a:r>
          </a:p>
        </p:txBody>
      </p:sp>
      <p:sp>
        <p:nvSpPr>
          <p:cNvPr id="156" name="T155"/>
          <p:cNvSpPr/>
          <p:nvPr/>
        </p:nvSpPr>
        <p:spPr>
          <a:xfrm>
            <a:off x="3703320" y="228600"/>
            <a:ext cx="822960" cy="384048"/>
          </a:xfrm>
          <a:prstGeom prst="rect">
            <a:avLst/>
          </a:prstGeom>
          <a:solidFill>
            <a:schemeClr val="accent4">
              <a:h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T155</a:t>
            </a:r>
          </a:p>
        </p:txBody>
      </p:sp>
      <p:sp>
        <p:nvSpPr>
          <p:cNvPr id="157" name="T156"/>
          <p:cNvSpPr/>
          <p:nvPr/>
        </p:nvSpPr>
        <p:spPr>
          <a:xfrm>
            <a:off x="4572000" y="228600"/>
            <a:ext cx="822960" cy="384048"/>
          </a:xfrm>
          <a:prstGeom prst="rect">
            <a:avLst/>
          </a:prstGeom>
          <a:solidFill>
            <a:schemeClr val="accent4">
              <a:h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T156</a:t>
            </a:r>
          </a:p>
        </p:txBody>
      </p:sp>
      <p:sp>
        <p:nvSpPr>
          <p:cNvPr id="158" name="T157"/>
          <p:cNvSpPr/>
          <p:nvPr/>
        </p:nvSpPr>
        <p:spPr>
          <a:xfrm>
            <a:off x="5440680" y="228600"/>
            <a:ext cx="822960" cy="384048"/>
          </a:xfrm>
          <a:prstGeom prst="rect">
            <a:avLst/>
          </a:prstGeom>
          <a:solidFill>
            <a:schemeClr val="accent4">
              <a:hue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T157</a:t>
            </a:r>
          </a:p>
        </p:txBody>
      </p:sp>
      <p:sp>
        <p:nvSpPr>
          <p:cNvPr id="159" name="T158"/>
          <p:cNvSpPr/>
          <p:nvPr/>
        </p:nvSpPr>
        <p:spPr>
          <a:xfrm>
            <a:off x="6309360" y="228600"/>
            <a:ext cx="822960" cy="384048"/>
          </a:xfrm>
          <a:prstGeom prst="rect">
            <a:avLst/>
          </a:prstGeom>
          <a:solidFill>
            <a:schemeClr val="accent4">
              <a:sat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T158</a:t>
            </a:r>
          </a:p>
        </p:txBody>
      </p:sp>
      <p:sp>
        <p:nvSpPr>
          <p:cNvPr id="160" name="T159"/>
          <p:cNvSpPr/>
          <p:nvPr/>
        </p:nvSpPr>
        <p:spPr>
          <a:xfrm>
            <a:off x="7178040" y="228600"/>
            <a:ext cx="822960" cy="384048"/>
          </a:xfrm>
          <a:prstGeom prst="rect">
            <a:avLst/>
          </a:prstGeom>
          <a:solidFill>
            <a:schemeClr val="accent4">
              <a:sa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T159</a:t>
            </a:r>
          </a:p>
        </p:txBody>
      </p:sp>
      <p:sp>
        <p:nvSpPr>
          <p:cNvPr id="161" name="T160"/>
          <p:cNvSpPr/>
          <p:nvPr/>
        </p:nvSpPr>
        <p:spPr>
          <a:xfrm>
            <a:off x="8046720" y="228600"/>
            <a:ext cx="822960" cy="384048"/>
          </a:xfrm>
          <a:prstGeom prst="rect">
            <a:avLst/>
          </a:prstGeom>
          <a:solidFill>
            <a:schemeClr val="accent4">
              <a:sat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T160</a:t>
            </a:r>
          </a:p>
        </p:txBody>
      </p:sp>
      <p:sp>
        <p:nvSpPr>
          <p:cNvPr id="162" name="T161"/>
          <p:cNvSpPr/>
          <p:nvPr/>
        </p:nvSpPr>
        <p:spPr>
          <a:xfrm>
            <a:off x="228600" y="667512"/>
            <a:ext cx="822960" cy="384048"/>
          </a:xfrm>
          <a:prstGeom prst="rect">
            <a:avLst/>
          </a:prstGeom>
          <a:solidFill>
            <a:schemeClr val="accent4">
              <a:sat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T161</a:t>
            </a:r>
          </a:p>
        </p:txBody>
      </p:sp>
      <p:sp>
        <p:nvSpPr>
          <p:cNvPr id="163" name="T162"/>
          <p:cNvSpPr/>
          <p:nvPr/>
        </p:nvSpPr>
        <p:spPr>
          <a:xfrm>
            <a:off x="1097280" y="667512"/>
            <a:ext cx="822960" cy="384048"/>
          </a:xfrm>
          <a:prstGeom prst="rect">
            <a:avLst/>
          </a:prstGeom>
          <a:solidFill>
            <a:schemeClr val="accent4">
              <a:sat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T162</a:t>
            </a:r>
          </a:p>
        </p:txBody>
      </p:sp>
      <p:sp>
        <p:nvSpPr>
          <p:cNvPr id="164" name="T163"/>
          <p:cNvSpPr/>
          <p:nvPr/>
        </p:nvSpPr>
        <p:spPr>
          <a:xfrm>
            <a:off x="1965960" y="667512"/>
            <a:ext cx="822960" cy="384048"/>
          </a:xfrm>
          <a:prstGeom prst="rect">
            <a:avLst/>
          </a:prstGeom>
          <a:solidFill>
            <a:schemeClr val="accent4">
              <a:sat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T163</a:t>
            </a:r>
          </a:p>
        </p:txBody>
      </p:sp>
      <p:sp>
        <p:nvSpPr>
          <p:cNvPr id="165" name="T164"/>
          <p:cNvSpPr/>
          <p:nvPr/>
        </p:nvSpPr>
        <p:spPr>
          <a:xfrm>
            <a:off x="2834640" y="667512"/>
            <a:ext cx="822960" cy="384048"/>
          </a:xfrm>
          <a:prstGeom prst="rect">
            <a:avLst/>
          </a:prstGeom>
          <a:solidFill>
            <a:schemeClr val="accent4">
              <a:sat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T164</a:t>
            </a:r>
          </a:p>
        </p:txBody>
      </p:sp>
      <p:sp>
        <p:nvSpPr>
          <p:cNvPr id="166" name="T165"/>
          <p:cNvSpPr/>
          <p:nvPr/>
        </p:nvSpPr>
        <p:spPr>
          <a:xfrm>
            <a:off x="3703320" y="667512"/>
            <a:ext cx="822960" cy="384048"/>
          </a:xfrm>
          <a:prstGeom prst="rect">
            <a:avLst/>
          </a:prstGeom>
          <a:solidFill>
            <a:schemeClr val="accent4"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T165</a:t>
            </a:r>
          </a:p>
        </p:txBody>
      </p:sp>
      <p:sp>
        <p:nvSpPr>
          <p:cNvPr id="167" name="T166"/>
          <p:cNvSpPr/>
          <p:nvPr/>
        </p:nvSpPr>
        <p:spPr>
          <a:xfrm>
            <a:off x="4572000" y="667512"/>
            <a:ext cx="822960" cy="384048"/>
          </a:xfrm>
          <a:prstGeom prst="rect">
            <a:avLst/>
          </a:prstGeom>
          <a:solidFill>
            <a:schemeClr val="accent4">
              <a:sat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T166</a:t>
            </a:r>
          </a:p>
        </p:txBody>
      </p:sp>
      <p:sp>
        <p:nvSpPr>
          <p:cNvPr id="168" name="T167"/>
          <p:cNvSpPr/>
          <p:nvPr/>
        </p:nvSpPr>
        <p:spPr>
          <a:xfrm>
            <a:off x="5440680" y="667512"/>
            <a:ext cx="822960" cy="384048"/>
          </a:xfrm>
          <a:prstGeom prst="rect">
            <a:avLst/>
          </a:prstGeom>
          <a:solidFill>
            <a:schemeClr val="accent4">
              <a:lum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T167</a:t>
            </a:r>
          </a:p>
        </p:txBody>
      </p:sp>
      <p:sp>
        <p:nvSpPr>
          <p:cNvPr id="169" name="T168"/>
          <p:cNvSpPr/>
          <p:nvPr/>
        </p:nvSpPr>
        <p:spPr>
          <a:xfrm>
            <a:off x="6309360" y="667512"/>
            <a:ext cx="822960" cy="384048"/>
          </a:xfrm>
          <a:prstGeom prst="rect">
            <a:avLst/>
          </a:prstGeom>
          <a:solidFill>
            <a:schemeClr val="accent4">
              <a:lum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T168</a:t>
            </a:r>
          </a:p>
        </p:txBody>
      </p:sp>
      <p:sp>
        <p:nvSpPr>
          <p:cNvPr id="170" name="T169"/>
          <p:cNvSpPr/>
          <p:nvPr/>
        </p:nvSpPr>
        <p:spPr>
          <a:xfrm>
            <a:off x="7178040" y="667512"/>
            <a:ext cx="822960" cy="384048"/>
          </a:xfrm>
          <a:prstGeom prst="rect">
            <a:avLst/>
          </a:prstGeom>
          <a:solidFill>
            <a:schemeClr val="accent4">
              <a:lum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T169</a:t>
            </a:r>
          </a:p>
        </p:txBody>
      </p:sp>
      <p:sp>
        <p:nvSpPr>
          <p:cNvPr id="171" name="T170"/>
          <p:cNvSpPr/>
          <p:nvPr/>
        </p:nvSpPr>
        <p:spPr>
          <a:xfrm>
            <a:off x="8046720" y="667512"/>
            <a:ext cx="822960" cy="384048"/>
          </a:xfrm>
          <a:prstGeom prst="rect">
            <a:avLst/>
          </a:prstGeom>
          <a:solidFill>
            <a:schemeClr val="accent4">
              <a:lum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T170</a:t>
            </a:r>
          </a:p>
        </p:txBody>
      </p:sp>
      <p:sp>
        <p:nvSpPr>
          <p:cNvPr id="172" name="T171"/>
          <p:cNvSpPr/>
          <p:nvPr/>
        </p:nvSpPr>
        <p:spPr>
          <a:xfrm>
            <a:off x="228600" y="1106424"/>
            <a:ext cx="822960" cy="384048"/>
          </a:xfrm>
          <a:prstGeom prst="rect">
            <a:avLst/>
          </a:prstGeom>
          <a:solidFill>
            <a:schemeClr val="accent4">
              <a:lumOff val="2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T171</a:t>
            </a:r>
          </a:p>
        </p:txBody>
      </p:sp>
      <p:sp>
        <p:nvSpPr>
          <p:cNvPr id="173" name="T172"/>
          <p:cNvSpPr/>
          <p:nvPr/>
        </p:nvSpPr>
        <p:spPr>
          <a:xfrm>
            <a:off x="1097280" y="1106424"/>
            <a:ext cx="822960" cy="384048"/>
          </a:xfrm>
          <a:prstGeom prst="rect">
            <a:avLst/>
          </a:prstGeom>
          <a:solidFill>
            <a:schemeClr val="accent4"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T172</a:t>
            </a:r>
          </a:p>
        </p:txBody>
      </p:sp>
      <p:sp>
        <p:nvSpPr>
          <p:cNvPr id="174" name="T173"/>
          <p:cNvSpPr/>
          <p:nvPr/>
        </p:nvSpPr>
        <p:spPr>
          <a:xfrm>
            <a:off x="1965960" y="1106424"/>
            <a:ext cx="822960" cy="384048"/>
          </a:xfrm>
          <a:prstGeom prst="rect">
            <a:avLst/>
          </a:prstGeom>
          <a:solidFill>
            <a:schemeClr val="accent4">
              <a:lum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T173</a:t>
            </a:r>
          </a:p>
        </p:txBody>
      </p:sp>
      <p:sp>
        <p:nvSpPr>
          <p:cNvPr id="175" name="T174"/>
          <p:cNvSpPr/>
          <p:nvPr/>
        </p:nvSpPr>
        <p:spPr>
          <a:xfrm>
            <a:off x="2834640" y="1106424"/>
            <a:ext cx="822960" cy="38404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T174</a:t>
            </a:r>
          </a:p>
        </p:txBody>
      </p:sp>
      <p:sp>
        <p:nvSpPr>
          <p:cNvPr id="176" name="T175"/>
          <p:cNvSpPr/>
          <p:nvPr/>
        </p:nvSpPr>
        <p:spPr>
          <a:xfrm>
            <a:off x="3703320" y="1106424"/>
            <a:ext cx="822960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T175</a:t>
            </a:r>
          </a:p>
        </p:txBody>
      </p:sp>
      <p:sp>
        <p:nvSpPr>
          <p:cNvPr id="177" name="T176"/>
          <p:cNvSpPr/>
          <p:nvPr/>
        </p:nvSpPr>
        <p:spPr>
          <a:xfrm>
            <a:off x="4572000" y="1106424"/>
            <a:ext cx="822960" cy="384048"/>
          </a:xfrm>
          <a:prstGeom prst="rect">
            <a:avLst/>
          </a:prstGeom>
          <a:solidFill>
            <a:schemeClr val="accent4">
              <a:red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T176</a:t>
            </a:r>
          </a:p>
        </p:txBody>
      </p:sp>
      <p:sp>
        <p:nvSpPr>
          <p:cNvPr id="178" name="T177"/>
          <p:cNvSpPr/>
          <p:nvPr/>
        </p:nvSpPr>
        <p:spPr>
          <a:xfrm>
            <a:off x="5440680" y="1106424"/>
            <a:ext cx="822960" cy="384048"/>
          </a:xfrm>
          <a:prstGeom prst="rect">
            <a:avLst/>
          </a:prstGeom>
          <a:solidFill>
            <a:schemeClr val="accent4">
              <a:re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T177</a:t>
            </a:r>
          </a:p>
        </p:txBody>
      </p:sp>
      <p:sp>
        <p:nvSpPr>
          <p:cNvPr id="179" name="T178"/>
          <p:cNvSpPr/>
          <p:nvPr/>
        </p:nvSpPr>
        <p:spPr>
          <a:xfrm>
            <a:off x="6309360" y="1106424"/>
            <a:ext cx="822960" cy="384048"/>
          </a:xfrm>
          <a:prstGeom prst="rect">
            <a:avLst/>
          </a:prstGeom>
          <a:solidFill>
            <a:schemeClr val="accent4">
              <a:red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T178</a:t>
            </a:r>
          </a:p>
        </p:txBody>
      </p:sp>
      <p:sp>
        <p:nvSpPr>
          <p:cNvPr id="180" name="T179"/>
          <p:cNvSpPr/>
          <p:nvPr/>
        </p:nvSpPr>
        <p:spPr>
          <a:xfrm>
            <a:off x="7178040" y="1106424"/>
            <a:ext cx="822960" cy="384048"/>
          </a:xfrm>
          <a:prstGeom prst="rect">
            <a:avLst/>
          </a:prstGeom>
          <a:solidFill>
            <a:schemeClr val="accent4">
              <a:red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T179</a:t>
            </a:r>
          </a:p>
        </p:txBody>
      </p:sp>
      <p:sp>
        <p:nvSpPr>
          <p:cNvPr id="181" name="T180"/>
          <p:cNvSpPr/>
          <p:nvPr/>
        </p:nvSpPr>
        <p:spPr>
          <a:xfrm>
            <a:off x="8046720" y="1106424"/>
            <a:ext cx="822960" cy="384048"/>
          </a:xfrm>
          <a:prstGeom prst="rect">
            <a:avLst/>
          </a:prstGeom>
          <a:solidFill>
            <a:schemeClr val="accent4">
              <a:red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T180</a:t>
            </a:r>
          </a:p>
        </p:txBody>
      </p:sp>
      <p:sp>
        <p:nvSpPr>
          <p:cNvPr id="182" name="T181"/>
          <p:cNvSpPr/>
          <p:nvPr/>
        </p:nvSpPr>
        <p:spPr>
          <a:xfrm>
            <a:off x="228600" y="1545336"/>
            <a:ext cx="822960" cy="384048"/>
          </a:xfrm>
          <a:prstGeom prst="rect">
            <a:avLst/>
          </a:prstGeom>
          <a:solidFill>
            <a:schemeClr val="accent4">
              <a:red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T181</a:t>
            </a:r>
          </a:p>
        </p:txBody>
      </p:sp>
      <p:sp>
        <p:nvSpPr>
          <p:cNvPr id="183" name="T182"/>
          <p:cNvSpPr/>
          <p:nvPr/>
        </p:nvSpPr>
        <p:spPr>
          <a:xfrm>
            <a:off x="1097280" y="1545336"/>
            <a:ext cx="822960" cy="384048"/>
          </a:xfrm>
          <a:prstGeom prst="rect">
            <a:avLst/>
          </a:prstGeom>
          <a:solidFill>
            <a:schemeClr val="accent4">
              <a:red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T182</a:t>
            </a:r>
          </a:p>
        </p:txBody>
      </p:sp>
      <p:sp>
        <p:nvSpPr>
          <p:cNvPr id="184" name="T183"/>
          <p:cNvSpPr/>
          <p:nvPr/>
        </p:nvSpPr>
        <p:spPr>
          <a:xfrm>
            <a:off x="1965960" y="1545336"/>
            <a:ext cx="822960" cy="384048"/>
          </a:xfrm>
          <a:prstGeom prst="rect">
            <a:avLst/>
          </a:prstGeom>
          <a:solidFill>
            <a:schemeClr val="accent4">
              <a:green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T183</a:t>
            </a:r>
          </a:p>
        </p:txBody>
      </p:sp>
      <p:sp>
        <p:nvSpPr>
          <p:cNvPr id="185" name="T184"/>
          <p:cNvSpPr/>
          <p:nvPr/>
        </p:nvSpPr>
        <p:spPr>
          <a:xfrm>
            <a:off x="2834640" y="1545336"/>
            <a:ext cx="822960" cy="384048"/>
          </a:xfrm>
          <a:prstGeom prst="rect">
            <a:avLst/>
          </a:prstGeom>
          <a:solidFill>
            <a:schemeClr val="accent4">
              <a:green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T184</a:t>
            </a:r>
          </a:p>
        </p:txBody>
      </p:sp>
      <p:sp>
        <p:nvSpPr>
          <p:cNvPr id="186" name="T185"/>
          <p:cNvSpPr/>
          <p:nvPr/>
        </p:nvSpPr>
        <p:spPr>
          <a:xfrm>
            <a:off x="3703320" y="1545336"/>
            <a:ext cx="822960" cy="384048"/>
          </a:xfrm>
          <a:prstGeom prst="rect">
            <a:avLst/>
          </a:prstGeom>
          <a:solidFill>
            <a:schemeClr val="accent4">
              <a:green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T185</a:t>
            </a:r>
          </a:p>
        </p:txBody>
      </p:sp>
      <p:sp>
        <p:nvSpPr>
          <p:cNvPr id="187" name="T186"/>
          <p:cNvSpPr/>
          <p:nvPr/>
        </p:nvSpPr>
        <p:spPr>
          <a:xfrm>
            <a:off x="4572000" y="1545336"/>
            <a:ext cx="822960" cy="384048"/>
          </a:xfrm>
          <a:prstGeom prst="rect">
            <a:avLst/>
          </a:prstGeom>
          <a:solidFill>
            <a:schemeClr val="accent4">
              <a:green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T186</a:t>
            </a:r>
          </a:p>
        </p:txBody>
      </p:sp>
      <p:sp>
        <p:nvSpPr>
          <p:cNvPr id="188" name="T187"/>
          <p:cNvSpPr/>
          <p:nvPr/>
        </p:nvSpPr>
        <p:spPr>
          <a:xfrm>
            <a:off x="5440680" y="1545336"/>
            <a:ext cx="822960" cy="384048"/>
          </a:xfrm>
          <a:prstGeom prst="rect">
            <a:avLst/>
          </a:prstGeom>
          <a:solidFill>
            <a:schemeClr val="accent4">
              <a:green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T187</a:t>
            </a:r>
          </a:p>
        </p:txBody>
      </p:sp>
      <p:sp>
        <p:nvSpPr>
          <p:cNvPr id="189" name="T188"/>
          <p:cNvSpPr/>
          <p:nvPr/>
        </p:nvSpPr>
        <p:spPr>
          <a:xfrm>
            <a:off x="6309360" y="1545336"/>
            <a:ext cx="822960" cy="384048"/>
          </a:xfrm>
          <a:prstGeom prst="rect">
            <a:avLst/>
          </a:prstGeom>
          <a:solidFill>
            <a:schemeClr val="accent4">
              <a:green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T188</a:t>
            </a:r>
          </a:p>
        </p:txBody>
      </p:sp>
      <p:sp>
        <p:nvSpPr>
          <p:cNvPr id="190" name="T189"/>
          <p:cNvSpPr/>
          <p:nvPr/>
        </p:nvSpPr>
        <p:spPr>
          <a:xfrm>
            <a:off x="7178040" y="1545336"/>
            <a:ext cx="822960" cy="384048"/>
          </a:xfrm>
          <a:prstGeom prst="rect">
            <a:avLst/>
          </a:prstGeom>
          <a:solidFill>
            <a:schemeClr val="accent4">
              <a:green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T189</a:t>
            </a:r>
          </a:p>
        </p:txBody>
      </p:sp>
      <p:sp>
        <p:nvSpPr>
          <p:cNvPr id="191" name="T190"/>
          <p:cNvSpPr/>
          <p:nvPr/>
        </p:nvSpPr>
        <p:spPr>
          <a:xfrm>
            <a:off x="8046720" y="1545336"/>
            <a:ext cx="822960" cy="384048"/>
          </a:xfrm>
          <a:prstGeom prst="rect">
            <a:avLst/>
          </a:prstGeom>
          <a:solidFill>
            <a:schemeClr val="accent4">
              <a:bl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T190</a:t>
            </a:r>
          </a:p>
        </p:txBody>
      </p:sp>
      <p:sp>
        <p:nvSpPr>
          <p:cNvPr id="192" name="T191"/>
          <p:cNvSpPr/>
          <p:nvPr/>
        </p:nvSpPr>
        <p:spPr>
          <a:xfrm>
            <a:off x="228600" y="1984248"/>
            <a:ext cx="822960" cy="384048"/>
          </a:xfrm>
          <a:prstGeom prst="rect">
            <a:avLst/>
          </a:prstGeom>
          <a:solidFill>
            <a:schemeClr val="accent4">
              <a:blu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T191</a:t>
            </a:r>
          </a:p>
        </p:txBody>
      </p:sp>
      <p:sp>
        <p:nvSpPr>
          <p:cNvPr id="193" name="T192"/>
          <p:cNvSpPr/>
          <p:nvPr/>
        </p:nvSpPr>
        <p:spPr>
          <a:xfrm>
            <a:off x="1097280" y="1984248"/>
            <a:ext cx="822960" cy="384048"/>
          </a:xfrm>
          <a:prstGeom prst="rect">
            <a:avLst/>
          </a:prstGeom>
          <a:solidFill>
            <a:schemeClr val="accent4">
              <a:blue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T192</a:t>
            </a:r>
          </a:p>
        </p:txBody>
      </p:sp>
      <p:sp>
        <p:nvSpPr>
          <p:cNvPr id="194" name="T193"/>
          <p:cNvSpPr/>
          <p:nvPr/>
        </p:nvSpPr>
        <p:spPr>
          <a:xfrm>
            <a:off x="1965960" y="1984248"/>
            <a:ext cx="822960" cy="384048"/>
          </a:xfrm>
          <a:prstGeom prst="rect">
            <a:avLst/>
          </a:prstGeom>
          <a:solidFill>
            <a:schemeClr val="accent4">
              <a:blue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T193</a:t>
            </a:r>
          </a:p>
        </p:txBody>
      </p:sp>
      <p:sp>
        <p:nvSpPr>
          <p:cNvPr id="195" name="T194"/>
          <p:cNvSpPr/>
          <p:nvPr/>
        </p:nvSpPr>
        <p:spPr>
          <a:xfrm>
            <a:off x="2834640" y="1984248"/>
            <a:ext cx="822960" cy="384048"/>
          </a:xfrm>
          <a:prstGeom prst="rect">
            <a:avLst/>
          </a:prstGeom>
          <a:solidFill>
            <a:schemeClr val="accent4">
              <a:blue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T194</a:t>
            </a:r>
          </a:p>
        </p:txBody>
      </p:sp>
      <p:sp>
        <p:nvSpPr>
          <p:cNvPr id="196" name="T195"/>
          <p:cNvSpPr/>
          <p:nvPr/>
        </p:nvSpPr>
        <p:spPr>
          <a:xfrm>
            <a:off x="3703320" y="1984248"/>
            <a:ext cx="822960" cy="384048"/>
          </a:xfrm>
          <a:prstGeom prst="rect">
            <a:avLst/>
          </a:prstGeom>
          <a:solidFill>
            <a:schemeClr val="accent4">
              <a:bl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T195</a:t>
            </a:r>
          </a:p>
        </p:txBody>
      </p:sp>
      <p:sp>
        <p:nvSpPr>
          <p:cNvPr id="197" name="T196"/>
          <p:cNvSpPr/>
          <p:nvPr/>
        </p:nvSpPr>
        <p:spPr>
          <a:xfrm>
            <a:off x="4572000" y="1984248"/>
            <a:ext cx="822960" cy="384048"/>
          </a:xfrm>
          <a:prstGeom prst="rect">
            <a:avLst/>
          </a:prstGeom>
          <a:solidFill>
            <a:schemeClr val="accent4">
              <a:bl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T196</a:t>
            </a:r>
          </a:p>
        </p:txBody>
      </p:sp>
      <p:sp>
        <p:nvSpPr>
          <p:cNvPr id="198" name="T197"/>
          <p:cNvSpPr/>
          <p:nvPr/>
        </p:nvSpPr>
        <p:spPr>
          <a:xfrm>
            <a:off x="5440680" y="1984248"/>
            <a:ext cx="822960" cy="384048"/>
          </a:xfrm>
          <a:prstGeom prst="rect">
            <a:avLst/>
          </a:prstGeom>
          <a:solidFill>
            <a:schemeClr val="accent4">
              <a: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T197</a:t>
            </a:r>
          </a:p>
        </p:txBody>
      </p:sp>
      <p:sp>
        <p:nvSpPr>
          <p:cNvPr id="199" name="T198"/>
          <p:cNvSpPr/>
          <p:nvPr/>
        </p:nvSpPr>
        <p:spPr>
          <a:xfrm>
            <a:off x="6309360" y="1984248"/>
            <a:ext cx="822960" cy="384048"/>
          </a:xfrm>
          <a:prstGeom prst="rect">
            <a:avLst/>
          </a:prstGeom>
          <a:solidFill>
            <a:schemeClr val="accent4">
              <a:inv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T198</a:t>
            </a:r>
          </a:p>
        </p:txBody>
      </p:sp>
      <p:sp>
        <p:nvSpPr>
          <p:cNvPr id="200" name="T199"/>
          <p:cNvSpPr/>
          <p:nvPr/>
        </p:nvSpPr>
        <p:spPr>
          <a:xfrm>
            <a:off x="7178040" y="1984248"/>
            <a:ext cx="822960" cy="384048"/>
          </a:xfrm>
          <a:prstGeom prst="rect">
            <a:avLst/>
          </a:prstGeom>
          <a:solidFill>
            <a:schemeClr val="tx2">
              <a:tint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T199</a:t>
            </a:r>
          </a:p>
        </p:txBody>
      </p:sp>
      <p:sp>
        <p:nvSpPr>
          <p:cNvPr id="201" name="T200"/>
          <p:cNvSpPr/>
          <p:nvPr/>
        </p:nvSpPr>
        <p:spPr>
          <a:xfrm>
            <a:off x="8046720" y="1984248"/>
            <a:ext cx="822960" cy="384048"/>
          </a:xfrm>
          <a:prstGeom prst="rect">
            <a:avLst/>
          </a:prstGeom>
          <a:solidFill>
            <a:schemeClr val="tx2"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T200</a:t>
            </a:r>
          </a:p>
        </p:txBody>
      </p:sp>
      <p:sp>
        <p:nvSpPr>
          <p:cNvPr id="202" name="T201"/>
          <p:cNvSpPr/>
          <p:nvPr/>
        </p:nvSpPr>
        <p:spPr>
          <a:xfrm>
            <a:off x="228600" y="2423160"/>
            <a:ext cx="822960" cy="384048"/>
          </a:xfrm>
          <a:prstGeom prst="rect">
            <a:avLst/>
          </a:prstGeom>
          <a:solidFill>
            <a:schemeClr val="tx2">
              <a:tint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T201</a:t>
            </a:r>
          </a:p>
        </p:txBody>
      </p:sp>
      <p:sp>
        <p:nvSpPr>
          <p:cNvPr id="203" name="T202"/>
          <p:cNvSpPr/>
          <p:nvPr/>
        </p:nvSpPr>
        <p:spPr>
          <a:xfrm>
            <a:off x="1097280" y="2423160"/>
            <a:ext cx="822960" cy="384048"/>
          </a:xfrm>
          <a:prstGeom prst="rect">
            <a:avLst/>
          </a:prstGeom>
          <a:solidFill>
            <a:schemeClr val="tx2">
              <a:shade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T202</a:t>
            </a:r>
          </a:p>
        </p:txBody>
      </p:sp>
      <p:sp>
        <p:nvSpPr>
          <p:cNvPr id="204" name="T203"/>
          <p:cNvSpPr/>
          <p:nvPr/>
        </p:nvSpPr>
        <p:spPr>
          <a:xfrm>
            <a:off x="1965960" y="2423160"/>
            <a:ext cx="822960" cy="384048"/>
          </a:xfrm>
          <a:prstGeom prst="rect">
            <a:avLst/>
          </a:prstGeom>
          <a:solidFill>
            <a:schemeClr val="tx2"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T203</a:t>
            </a:r>
          </a:p>
        </p:txBody>
      </p:sp>
      <p:sp>
        <p:nvSpPr>
          <p:cNvPr id="205" name="T204"/>
          <p:cNvSpPr/>
          <p:nvPr/>
        </p:nvSpPr>
        <p:spPr>
          <a:xfrm>
            <a:off x="2834640" y="2423160"/>
            <a:ext cx="822960" cy="384048"/>
          </a:xfrm>
          <a:prstGeom prst="rect">
            <a:avLst/>
          </a:prstGeom>
          <a:solidFill>
            <a:schemeClr val="tx2">
              <a:shade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T204</a:t>
            </a:r>
          </a:p>
        </p:txBody>
      </p:sp>
      <p:sp>
        <p:nvSpPr>
          <p:cNvPr id="206" name="T205"/>
          <p:cNvSpPr/>
          <p:nvPr/>
        </p:nvSpPr>
        <p:spPr>
          <a:xfrm>
            <a:off x="3703320" y="2423160"/>
            <a:ext cx="822960" cy="384048"/>
          </a:xfrm>
          <a:prstGeom prst="rect">
            <a:avLst/>
          </a:prstGeom>
          <a:solidFill>
            <a:schemeClr val="tx2">
              <a:comp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T205</a:t>
            </a:r>
          </a:p>
        </p:txBody>
      </p:sp>
      <p:sp>
        <p:nvSpPr>
          <p:cNvPr id="207" name="T206"/>
          <p:cNvSpPr/>
          <p:nvPr/>
        </p:nvSpPr>
        <p:spPr>
          <a:xfrm>
            <a:off x="4572000" y="2423160"/>
            <a:ext cx="822960" cy="384048"/>
          </a:xfrm>
          <a:prstGeom prst="rect">
            <a:avLst/>
          </a:prstGeom>
          <a:solidFill>
            <a:schemeClr val="tx2">
              <a:inv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T206</a:t>
            </a:r>
          </a:p>
        </p:txBody>
      </p:sp>
      <p:sp>
        <p:nvSpPr>
          <p:cNvPr id="208" name="T207"/>
          <p:cNvSpPr/>
          <p:nvPr/>
        </p:nvSpPr>
        <p:spPr>
          <a:xfrm>
            <a:off x="5440680" y="2423160"/>
            <a:ext cx="822960" cy="384048"/>
          </a:xfrm>
          <a:prstGeom prst="rect">
            <a:avLst/>
          </a:prstGeom>
          <a:solidFill>
            <a:schemeClr val="tx2">
              <a:gray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T207</a:t>
            </a:r>
          </a:p>
        </p:txBody>
      </p:sp>
      <p:sp>
        <p:nvSpPr>
          <p:cNvPr id="209" name="T208"/>
          <p:cNvSpPr/>
          <p:nvPr/>
        </p:nvSpPr>
        <p:spPr>
          <a:xfrm>
            <a:off x="6309360" y="2423160"/>
            <a:ext cx="822960" cy="384048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T208</a:t>
            </a:r>
          </a:p>
        </p:txBody>
      </p:sp>
      <p:sp>
        <p:nvSpPr>
          <p:cNvPr id="210" name="T209"/>
          <p:cNvSpPr/>
          <p:nvPr/>
        </p:nvSpPr>
        <p:spPr>
          <a:xfrm>
            <a:off x="7178040" y="2423160"/>
            <a:ext cx="822960" cy="38404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T209</a:t>
            </a:r>
          </a:p>
        </p:txBody>
      </p:sp>
      <p:sp>
        <p:nvSpPr>
          <p:cNvPr id="211" name="T210"/>
          <p:cNvSpPr/>
          <p:nvPr/>
        </p:nvSpPr>
        <p:spPr>
          <a:xfrm>
            <a:off x="8046720" y="2423160"/>
            <a:ext cx="822960" cy="384048"/>
          </a:xfrm>
          <a:prstGeom prst="rect">
            <a:avLst/>
          </a:prstGeom>
          <a:solidFill>
            <a:schemeClr val="tx2">
              <a:alpha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T210</a:t>
            </a:r>
          </a:p>
        </p:txBody>
      </p:sp>
      <p:sp>
        <p:nvSpPr>
          <p:cNvPr id="212" name="T211"/>
          <p:cNvSpPr/>
          <p:nvPr/>
        </p:nvSpPr>
        <p:spPr>
          <a:xfrm>
            <a:off x="228600" y="2862072"/>
            <a:ext cx="822960" cy="384048"/>
          </a:xfrm>
          <a:prstGeom prst="rect">
            <a:avLst/>
          </a:prstGeom>
          <a:solidFill>
            <a:schemeClr val="tx2">
              <a:alpha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T211</a:t>
            </a:r>
          </a:p>
        </p:txBody>
      </p:sp>
      <p:sp>
        <p:nvSpPr>
          <p:cNvPr id="213" name="T212"/>
          <p:cNvSpPr/>
          <p:nvPr/>
        </p:nvSpPr>
        <p:spPr>
          <a:xfrm>
            <a:off x="1097280" y="2862072"/>
            <a:ext cx="822960" cy="384048"/>
          </a:xfrm>
          <a:prstGeom prst="rect">
            <a:avLst/>
          </a:prstGeom>
          <a:solidFill>
            <a:schemeClr val="tx2">
              <a:alpha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T212</a:t>
            </a:r>
          </a:p>
        </p:txBody>
      </p:sp>
      <p:sp>
        <p:nvSpPr>
          <p:cNvPr id="214" name="T213"/>
          <p:cNvSpPr/>
          <p:nvPr/>
        </p:nvSpPr>
        <p:spPr>
          <a:xfrm>
            <a:off x="1965960" y="2862072"/>
            <a:ext cx="822960" cy="384048"/>
          </a:xfrm>
          <a:prstGeom prst="rect">
            <a:avLst/>
          </a:prstGeom>
          <a:solidFill>
            <a:schemeClr val="tx2">
              <a:alpha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T213</a:t>
            </a:r>
          </a:p>
        </p:txBody>
      </p:sp>
      <p:sp>
        <p:nvSpPr>
          <p:cNvPr id="215" name="T214"/>
          <p:cNvSpPr/>
          <p:nvPr/>
        </p:nvSpPr>
        <p:spPr>
          <a:xfrm>
            <a:off x="2834640" y="2862072"/>
            <a:ext cx="822960" cy="384048"/>
          </a:xfrm>
          <a:prstGeom prst="rect">
            <a:avLst/>
          </a:prstGeom>
          <a:solidFill>
            <a:schemeClr val="tx2">
              <a:alpha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T214</a:t>
            </a:r>
          </a:p>
        </p:txBody>
      </p:sp>
      <p:sp>
        <p:nvSpPr>
          <p:cNvPr id="216" name="T215"/>
          <p:cNvSpPr/>
          <p:nvPr/>
        </p:nvSpPr>
        <p:spPr>
          <a:xfrm>
            <a:off x="3703320" y="2862072"/>
            <a:ext cx="822960" cy="384048"/>
          </a:xfrm>
          <a:prstGeom prst="rect">
            <a:avLst/>
          </a:prstGeom>
          <a:solidFill>
            <a:schemeClr val="tx2">
              <a:h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T215</a:t>
            </a:r>
          </a:p>
        </p:txBody>
      </p:sp>
      <p:sp>
        <p:nvSpPr>
          <p:cNvPr id="217" name="T216"/>
          <p:cNvSpPr/>
          <p:nvPr/>
        </p:nvSpPr>
        <p:spPr>
          <a:xfrm>
            <a:off x="4572000" y="2862072"/>
            <a:ext cx="822960" cy="384048"/>
          </a:xfrm>
          <a:prstGeom prst="rect">
            <a:avLst/>
          </a:prstGeom>
          <a:solidFill>
            <a:schemeClr val="tx2">
              <a:hue val="7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T216</a:t>
            </a:r>
          </a:p>
        </p:txBody>
      </p:sp>
      <p:sp>
        <p:nvSpPr>
          <p:cNvPr id="218" name="T217"/>
          <p:cNvSpPr/>
          <p:nvPr/>
        </p:nvSpPr>
        <p:spPr>
          <a:xfrm>
            <a:off x="5440680" y="2862072"/>
            <a:ext cx="822960" cy="384048"/>
          </a:xfrm>
          <a:prstGeom prst="rect">
            <a:avLst/>
          </a:prstGeom>
          <a:solidFill>
            <a:schemeClr val="tx2">
              <a:hue val="14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T217</a:t>
            </a:r>
          </a:p>
        </p:txBody>
      </p:sp>
      <p:sp>
        <p:nvSpPr>
          <p:cNvPr id="219" name="T218"/>
          <p:cNvSpPr/>
          <p:nvPr/>
        </p:nvSpPr>
        <p:spPr>
          <a:xfrm>
            <a:off x="6309360" y="2862072"/>
            <a:ext cx="822960" cy="384048"/>
          </a:xfrm>
          <a:prstGeom prst="rect">
            <a:avLst/>
          </a:prstGeom>
          <a:solidFill>
            <a:schemeClr val="tx2">
              <a:hueOff val="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T218</a:t>
            </a:r>
          </a:p>
        </p:txBody>
      </p:sp>
      <p:sp>
        <p:nvSpPr>
          <p:cNvPr id="220" name="T219"/>
          <p:cNvSpPr/>
          <p:nvPr/>
        </p:nvSpPr>
        <p:spPr>
          <a:xfrm>
            <a:off x="7178040" y="2862072"/>
            <a:ext cx="822960" cy="384048"/>
          </a:xfrm>
          <a:prstGeom prst="rect">
            <a:avLst/>
          </a:prstGeom>
          <a:solidFill>
            <a:schemeClr val="tx2">
              <a:hueOff val="-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T219</a:t>
            </a:r>
          </a:p>
        </p:txBody>
      </p:sp>
      <p:sp>
        <p:nvSpPr>
          <p:cNvPr id="221" name="T220"/>
          <p:cNvSpPr/>
          <p:nvPr/>
        </p:nvSpPr>
        <p:spPr>
          <a:xfrm>
            <a:off x="8046720" y="2862072"/>
            <a:ext cx="822960" cy="384048"/>
          </a:xfrm>
          <a:prstGeom prst="rect">
            <a:avLst/>
          </a:prstGeom>
          <a:solidFill>
            <a:schemeClr val="tx2">
              <a:hueOff val="5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T220</a:t>
            </a:r>
          </a:p>
        </p:txBody>
      </p:sp>
      <p:sp>
        <p:nvSpPr>
          <p:cNvPr id="222" name="T221"/>
          <p:cNvSpPr/>
          <p:nvPr/>
        </p:nvSpPr>
        <p:spPr>
          <a:xfrm>
            <a:off x="228600" y="3300984"/>
            <a:ext cx="822960" cy="384048"/>
          </a:xfrm>
          <a:prstGeom prst="rect">
            <a:avLst/>
          </a:prstGeom>
          <a:solidFill>
            <a:schemeClr val="tx2">
              <a:h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T221</a:t>
            </a:r>
          </a:p>
        </p:txBody>
      </p:sp>
      <p:sp>
        <p:nvSpPr>
          <p:cNvPr id="223" name="T222"/>
          <p:cNvSpPr/>
          <p:nvPr/>
        </p:nvSpPr>
        <p:spPr>
          <a:xfrm>
            <a:off x="1097280" y="3300984"/>
            <a:ext cx="822960" cy="384048"/>
          </a:xfrm>
          <a:prstGeom prst="rect">
            <a:avLst/>
          </a:prstGeom>
          <a:solidFill>
            <a:schemeClr val="tx2">
              <a:h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T222</a:t>
            </a:r>
          </a:p>
        </p:txBody>
      </p:sp>
      <p:sp>
        <p:nvSpPr>
          <p:cNvPr id="224" name="T223"/>
          <p:cNvSpPr/>
          <p:nvPr/>
        </p:nvSpPr>
        <p:spPr>
          <a:xfrm>
            <a:off x="1965960" y="3300984"/>
            <a:ext cx="822960" cy="384048"/>
          </a:xfrm>
          <a:prstGeom prst="rect">
            <a:avLst/>
          </a:prstGeom>
          <a:solidFill>
            <a:schemeClr val="tx2">
              <a:hue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T223</a:t>
            </a:r>
          </a:p>
        </p:txBody>
      </p:sp>
      <p:sp>
        <p:nvSpPr>
          <p:cNvPr id="225" name="T224"/>
          <p:cNvSpPr/>
          <p:nvPr/>
        </p:nvSpPr>
        <p:spPr>
          <a:xfrm>
            <a:off x="2834640" y="3300984"/>
            <a:ext cx="822960" cy="384048"/>
          </a:xfrm>
          <a:prstGeom prst="rect">
            <a:avLst/>
          </a:prstGeom>
          <a:solidFill>
            <a:schemeClr val="tx2">
              <a:sat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T224</a:t>
            </a:r>
          </a:p>
        </p:txBody>
      </p:sp>
      <p:sp>
        <p:nvSpPr>
          <p:cNvPr id="226" name="T225"/>
          <p:cNvSpPr/>
          <p:nvPr/>
        </p:nvSpPr>
        <p:spPr>
          <a:xfrm>
            <a:off x="3703320" y="3300984"/>
            <a:ext cx="822960" cy="384048"/>
          </a:xfrm>
          <a:prstGeom prst="rect">
            <a:avLst/>
          </a:prstGeom>
          <a:solidFill>
            <a:schemeClr val="tx2">
              <a:sa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T225</a:t>
            </a:r>
          </a:p>
        </p:txBody>
      </p:sp>
      <p:sp>
        <p:nvSpPr>
          <p:cNvPr id="227" name="T226"/>
          <p:cNvSpPr/>
          <p:nvPr/>
        </p:nvSpPr>
        <p:spPr>
          <a:xfrm>
            <a:off x="4572000" y="3300984"/>
            <a:ext cx="822960" cy="384048"/>
          </a:xfrm>
          <a:prstGeom prst="rect">
            <a:avLst/>
          </a:prstGeom>
          <a:solidFill>
            <a:schemeClr val="tx2">
              <a:sat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T226</a:t>
            </a:r>
          </a:p>
        </p:txBody>
      </p:sp>
      <p:sp>
        <p:nvSpPr>
          <p:cNvPr id="228" name="T227"/>
          <p:cNvSpPr/>
          <p:nvPr/>
        </p:nvSpPr>
        <p:spPr>
          <a:xfrm>
            <a:off x="5440680" y="3300984"/>
            <a:ext cx="822960" cy="384048"/>
          </a:xfrm>
          <a:prstGeom prst="rect">
            <a:avLst/>
          </a:prstGeom>
          <a:solidFill>
            <a:schemeClr val="tx2">
              <a:sat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T227</a:t>
            </a:r>
          </a:p>
        </p:txBody>
      </p:sp>
      <p:sp>
        <p:nvSpPr>
          <p:cNvPr id="229" name="T228"/>
          <p:cNvSpPr/>
          <p:nvPr/>
        </p:nvSpPr>
        <p:spPr>
          <a:xfrm>
            <a:off x="6309360" y="3300984"/>
            <a:ext cx="822960" cy="384048"/>
          </a:xfrm>
          <a:prstGeom prst="rect">
            <a:avLst/>
          </a:prstGeom>
          <a:solidFill>
            <a:schemeClr val="tx2">
              <a:sat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T228</a:t>
            </a:r>
          </a:p>
        </p:txBody>
      </p:sp>
      <p:sp>
        <p:nvSpPr>
          <p:cNvPr id="230" name="T229"/>
          <p:cNvSpPr/>
          <p:nvPr/>
        </p:nvSpPr>
        <p:spPr>
          <a:xfrm>
            <a:off x="7178040" y="3300984"/>
            <a:ext cx="822960" cy="384048"/>
          </a:xfrm>
          <a:prstGeom prst="rect">
            <a:avLst/>
          </a:prstGeom>
          <a:solidFill>
            <a:schemeClr val="tx2">
              <a:sat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T229</a:t>
            </a:r>
          </a:p>
        </p:txBody>
      </p:sp>
      <p:sp>
        <p:nvSpPr>
          <p:cNvPr id="231" name="T230"/>
          <p:cNvSpPr/>
          <p:nvPr/>
        </p:nvSpPr>
        <p:spPr>
          <a:xfrm>
            <a:off x="8046720" y="3300984"/>
            <a:ext cx="822960" cy="384048"/>
          </a:xfrm>
          <a:prstGeom prst="rect">
            <a:avLst/>
          </a:prstGeom>
          <a:solidFill>
            <a:schemeClr val="tx2">
              <a:sat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T230</a:t>
            </a:r>
          </a:p>
        </p:txBody>
      </p:sp>
      <p:sp>
        <p:nvSpPr>
          <p:cNvPr id="232" name="T231"/>
          <p:cNvSpPr/>
          <p:nvPr/>
        </p:nvSpPr>
        <p:spPr>
          <a:xfrm>
            <a:off x="228600" y="3739896"/>
            <a:ext cx="822960" cy="384048"/>
          </a:xfrm>
          <a:prstGeom prst="rect">
            <a:avLst/>
          </a:prstGeom>
          <a:solidFill>
            <a:schemeClr val="tx2"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T231</a:t>
            </a:r>
          </a:p>
        </p:txBody>
      </p:sp>
      <p:sp>
        <p:nvSpPr>
          <p:cNvPr id="233" name="T232"/>
          <p:cNvSpPr/>
          <p:nvPr/>
        </p:nvSpPr>
        <p:spPr>
          <a:xfrm>
            <a:off x="1097280" y="3739896"/>
            <a:ext cx="822960" cy="384048"/>
          </a:xfrm>
          <a:prstGeom prst="rect">
            <a:avLst/>
          </a:prstGeom>
          <a:solidFill>
            <a:schemeClr val="tx2">
              <a:sat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T232</a:t>
            </a:r>
          </a:p>
        </p:txBody>
      </p:sp>
      <p:sp>
        <p:nvSpPr>
          <p:cNvPr id="234" name="T233"/>
          <p:cNvSpPr/>
          <p:nvPr/>
        </p:nvSpPr>
        <p:spPr>
          <a:xfrm>
            <a:off x="1965960" y="3739896"/>
            <a:ext cx="822960" cy="384048"/>
          </a:xfrm>
          <a:prstGeom prst="rect">
            <a:avLst/>
          </a:prstGeom>
          <a:solidFill>
            <a:schemeClr val="tx2">
              <a:lum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T233</a:t>
            </a:r>
          </a:p>
        </p:txBody>
      </p:sp>
      <p:sp>
        <p:nvSpPr>
          <p:cNvPr id="235" name="T234"/>
          <p:cNvSpPr/>
          <p:nvPr/>
        </p:nvSpPr>
        <p:spPr>
          <a:xfrm>
            <a:off x="2834640" y="3739896"/>
            <a:ext cx="822960" cy="384048"/>
          </a:xfrm>
          <a:prstGeom prst="rect">
            <a:avLst/>
          </a:prstGeom>
          <a:solidFill>
            <a:schemeClr val="tx2">
              <a:lum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T234</a:t>
            </a:r>
          </a:p>
        </p:txBody>
      </p:sp>
      <p:sp>
        <p:nvSpPr>
          <p:cNvPr id="236" name="T235"/>
          <p:cNvSpPr/>
          <p:nvPr/>
        </p:nvSpPr>
        <p:spPr>
          <a:xfrm>
            <a:off x="3703320" y="3739896"/>
            <a:ext cx="822960" cy="384048"/>
          </a:xfrm>
          <a:prstGeom prst="rect">
            <a:avLst/>
          </a:prstGeom>
          <a:solidFill>
            <a:schemeClr val="tx2">
              <a:lum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T235</a:t>
            </a:r>
          </a:p>
        </p:txBody>
      </p:sp>
      <p:sp>
        <p:nvSpPr>
          <p:cNvPr id="237" name="T236"/>
          <p:cNvSpPr/>
          <p:nvPr/>
        </p:nvSpPr>
        <p:spPr>
          <a:xfrm>
            <a:off x="4572000" y="3739896"/>
            <a:ext cx="822960" cy="384048"/>
          </a:xfrm>
          <a:prstGeom prst="rect">
            <a:avLst/>
          </a:prstGeom>
          <a:solidFill>
            <a:schemeClr val="tx2">
              <a:lum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T236</a:t>
            </a:r>
          </a:p>
        </p:txBody>
      </p:sp>
      <p:sp>
        <p:nvSpPr>
          <p:cNvPr id="238" name="T237"/>
          <p:cNvSpPr/>
          <p:nvPr/>
        </p:nvSpPr>
        <p:spPr>
          <a:xfrm>
            <a:off x="5440680" y="3739896"/>
            <a:ext cx="822960" cy="384048"/>
          </a:xfrm>
          <a:prstGeom prst="rect">
            <a:avLst/>
          </a:prstGeom>
          <a:solidFill>
            <a:schemeClr val="tx2">
              <a:lumOff val="2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T237</a:t>
            </a:r>
          </a:p>
        </p:txBody>
      </p:sp>
      <p:sp>
        <p:nvSpPr>
          <p:cNvPr id="239" name="T238"/>
          <p:cNvSpPr/>
          <p:nvPr/>
        </p:nvSpPr>
        <p:spPr>
          <a:xfrm>
            <a:off x="6309360" y="3739896"/>
            <a:ext cx="822960" cy="384048"/>
          </a:xfrm>
          <a:prstGeom prst="rect">
            <a:avLst/>
          </a:prstGeom>
          <a:solidFill>
            <a:schemeClr val="tx2"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T238</a:t>
            </a:r>
          </a:p>
        </p:txBody>
      </p:sp>
      <p:sp>
        <p:nvSpPr>
          <p:cNvPr id="240" name="T239"/>
          <p:cNvSpPr/>
          <p:nvPr/>
        </p:nvSpPr>
        <p:spPr>
          <a:xfrm>
            <a:off x="7178040" y="3739896"/>
            <a:ext cx="822960" cy="384048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T239</a:t>
            </a:r>
          </a:p>
        </p:txBody>
      </p:sp>
      <p:sp>
        <p:nvSpPr>
          <p:cNvPr id="241" name="T240"/>
          <p:cNvSpPr/>
          <p:nvPr/>
        </p:nvSpPr>
        <p:spPr>
          <a:xfrm>
            <a:off x="8046720" y="3739896"/>
            <a:ext cx="82296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T240</a:t>
            </a:r>
          </a:p>
        </p:txBody>
      </p:sp>
      <p:sp>
        <p:nvSpPr>
          <p:cNvPr id="242" name="T241"/>
          <p:cNvSpPr/>
          <p:nvPr/>
        </p:nvSpPr>
        <p:spPr>
          <a:xfrm>
            <a:off x="228600" y="4178808"/>
            <a:ext cx="822960" cy="384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T241</a:t>
            </a:r>
          </a:p>
        </p:txBody>
      </p:sp>
      <p:sp>
        <p:nvSpPr>
          <p:cNvPr id="243" name="T242"/>
          <p:cNvSpPr/>
          <p:nvPr/>
        </p:nvSpPr>
        <p:spPr>
          <a:xfrm>
            <a:off x="1097280" y="4178808"/>
            <a:ext cx="822960" cy="384048"/>
          </a:xfrm>
          <a:prstGeom prst="rect">
            <a:avLst/>
          </a:prstGeom>
          <a:solidFill>
            <a:schemeClr val="tx2">
              <a:red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T242</a:t>
            </a:r>
          </a:p>
        </p:txBody>
      </p:sp>
      <p:sp>
        <p:nvSpPr>
          <p:cNvPr id="244" name="T243"/>
          <p:cNvSpPr/>
          <p:nvPr/>
        </p:nvSpPr>
        <p:spPr>
          <a:xfrm>
            <a:off x="1965960" y="4178808"/>
            <a:ext cx="822960" cy="384048"/>
          </a:xfrm>
          <a:prstGeom prst="rect">
            <a:avLst/>
          </a:prstGeom>
          <a:solidFill>
            <a:schemeClr val="tx2">
              <a:re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T243</a:t>
            </a:r>
          </a:p>
        </p:txBody>
      </p:sp>
      <p:sp>
        <p:nvSpPr>
          <p:cNvPr id="245" name="T244"/>
          <p:cNvSpPr/>
          <p:nvPr/>
        </p:nvSpPr>
        <p:spPr>
          <a:xfrm>
            <a:off x="2834640" y="4178808"/>
            <a:ext cx="822960" cy="384048"/>
          </a:xfrm>
          <a:prstGeom prst="rect">
            <a:avLst/>
          </a:prstGeom>
          <a:solidFill>
            <a:schemeClr val="tx2">
              <a:red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T244</a:t>
            </a:r>
          </a:p>
        </p:txBody>
      </p:sp>
      <p:sp>
        <p:nvSpPr>
          <p:cNvPr id="246" name="T245"/>
          <p:cNvSpPr/>
          <p:nvPr/>
        </p:nvSpPr>
        <p:spPr>
          <a:xfrm>
            <a:off x="3703320" y="4178808"/>
            <a:ext cx="822960" cy="384048"/>
          </a:xfrm>
          <a:prstGeom prst="rect">
            <a:avLst/>
          </a:prstGeom>
          <a:solidFill>
            <a:schemeClr val="tx2">
              <a:red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T245</a:t>
            </a:r>
          </a:p>
        </p:txBody>
      </p:sp>
      <p:sp>
        <p:nvSpPr>
          <p:cNvPr id="247" name="T246"/>
          <p:cNvSpPr/>
          <p:nvPr/>
        </p:nvSpPr>
        <p:spPr>
          <a:xfrm>
            <a:off x="4572000" y="4178808"/>
            <a:ext cx="822960" cy="384048"/>
          </a:xfrm>
          <a:prstGeom prst="rect">
            <a:avLst/>
          </a:prstGeom>
          <a:solidFill>
            <a:schemeClr val="tx2">
              <a:red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T246</a:t>
            </a:r>
          </a:p>
        </p:txBody>
      </p:sp>
      <p:sp>
        <p:nvSpPr>
          <p:cNvPr id="248" name="T247"/>
          <p:cNvSpPr/>
          <p:nvPr/>
        </p:nvSpPr>
        <p:spPr>
          <a:xfrm>
            <a:off x="5440680" y="4178808"/>
            <a:ext cx="822960" cy="384048"/>
          </a:xfrm>
          <a:prstGeom prst="rect">
            <a:avLst/>
          </a:prstGeom>
          <a:solidFill>
            <a:schemeClr val="tx2">
              <a:red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T247</a:t>
            </a:r>
          </a:p>
        </p:txBody>
      </p:sp>
      <p:sp>
        <p:nvSpPr>
          <p:cNvPr id="249" name="T248"/>
          <p:cNvSpPr/>
          <p:nvPr/>
        </p:nvSpPr>
        <p:spPr>
          <a:xfrm>
            <a:off x="6309360" y="4178808"/>
            <a:ext cx="822960" cy="384048"/>
          </a:xfrm>
          <a:prstGeom prst="rect">
            <a:avLst/>
          </a:prstGeom>
          <a:solidFill>
            <a:schemeClr val="tx2">
              <a:red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T248</a:t>
            </a:r>
          </a:p>
        </p:txBody>
      </p:sp>
      <p:sp>
        <p:nvSpPr>
          <p:cNvPr id="250" name="T249"/>
          <p:cNvSpPr/>
          <p:nvPr/>
        </p:nvSpPr>
        <p:spPr>
          <a:xfrm>
            <a:off x="7178040" y="4178808"/>
            <a:ext cx="822960" cy="384048"/>
          </a:xfrm>
          <a:prstGeom prst="rect">
            <a:avLst/>
          </a:prstGeom>
          <a:solidFill>
            <a:schemeClr val="tx2">
              <a:green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T249</a:t>
            </a:r>
          </a:p>
        </p:txBody>
      </p:sp>
      <p:sp>
        <p:nvSpPr>
          <p:cNvPr id="251" name="T250"/>
          <p:cNvSpPr/>
          <p:nvPr/>
        </p:nvSpPr>
        <p:spPr>
          <a:xfrm>
            <a:off x="8046720" y="4178808"/>
            <a:ext cx="822960" cy="384048"/>
          </a:xfrm>
          <a:prstGeom prst="rect">
            <a:avLst/>
          </a:prstGeom>
          <a:solidFill>
            <a:schemeClr val="tx2">
              <a:green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T250</a:t>
            </a:r>
          </a:p>
        </p:txBody>
      </p:sp>
      <p:sp>
        <p:nvSpPr>
          <p:cNvPr id="252" name="T251"/>
          <p:cNvSpPr/>
          <p:nvPr/>
        </p:nvSpPr>
        <p:spPr>
          <a:xfrm>
            <a:off x="228600" y="4617720"/>
            <a:ext cx="822960" cy="384048"/>
          </a:xfrm>
          <a:prstGeom prst="rect">
            <a:avLst/>
          </a:prstGeom>
          <a:solidFill>
            <a:schemeClr val="tx2">
              <a:green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T251</a:t>
            </a:r>
          </a:p>
        </p:txBody>
      </p:sp>
      <p:sp>
        <p:nvSpPr>
          <p:cNvPr id="253" name="T252"/>
          <p:cNvSpPr/>
          <p:nvPr/>
        </p:nvSpPr>
        <p:spPr>
          <a:xfrm>
            <a:off x="1097280" y="4617720"/>
            <a:ext cx="822960" cy="384048"/>
          </a:xfrm>
          <a:prstGeom prst="rect">
            <a:avLst/>
          </a:prstGeom>
          <a:solidFill>
            <a:schemeClr val="tx2">
              <a:green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T252</a:t>
            </a:r>
          </a:p>
        </p:txBody>
      </p:sp>
      <p:sp>
        <p:nvSpPr>
          <p:cNvPr id="254" name="T253"/>
          <p:cNvSpPr/>
          <p:nvPr/>
        </p:nvSpPr>
        <p:spPr>
          <a:xfrm>
            <a:off x="1965960" y="4617720"/>
            <a:ext cx="822960" cy="384048"/>
          </a:xfrm>
          <a:prstGeom prst="rect">
            <a:avLst/>
          </a:prstGeom>
          <a:solidFill>
            <a:schemeClr val="tx2">
              <a:green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T253</a:t>
            </a:r>
          </a:p>
        </p:txBody>
      </p:sp>
      <p:sp>
        <p:nvSpPr>
          <p:cNvPr id="255" name="T254"/>
          <p:cNvSpPr/>
          <p:nvPr/>
        </p:nvSpPr>
        <p:spPr>
          <a:xfrm>
            <a:off x="2834640" y="4617720"/>
            <a:ext cx="822960" cy="384048"/>
          </a:xfrm>
          <a:prstGeom prst="rect">
            <a:avLst/>
          </a:prstGeom>
          <a:solidFill>
            <a:schemeClr val="tx2">
              <a:green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T254</a:t>
            </a:r>
          </a:p>
        </p:txBody>
      </p:sp>
      <p:sp>
        <p:nvSpPr>
          <p:cNvPr id="256" name="T255"/>
          <p:cNvSpPr/>
          <p:nvPr/>
        </p:nvSpPr>
        <p:spPr>
          <a:xfrm>
            <a:off x="3703320" y="4617720"/>
            <a:ext cx="822960" cy="384048"/>
          </a:xfrm>
          <a:prstGeom prst="rect">
            <a:avLst/>
          </a:prstGeom>
          <a:solidFill>
            <a:schemeClr val="tx2">
              <a:green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T255</a:t>
            </a:r>
          </a:p>
        </p:txBody>
      </p:sp>
      <p:sp>
        <p:nvSpPr>
          <p:cNvPr id="257" name="T256"/>
          <p:cNvSpPr/>
          <p:nvPr/>
        </p:nvSpPr>
        <p:spPr>
          <a:xfrm>
            <a:off x="4572000" y="4617720"/>
            <a:ext cx="822960" cy="384048"/>
          </a:xfrm>
          <a:prstGeom prst="rect">
            <a:avLst/>
          </a:prstGeom>
          <a:solidFill>
            <a:schemeClr val="tx2">
              <a:bl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T256</a:t>
            </a:r>
          </a:p>
        </p:txBody>
      </p:sp>
      <p:sp>
        <p:nvSpPr>
          <p:cNvPr id="258" name="T257"/>
          <p:cNvSpPr/>
          <p:nvPr/>
        </p:nvSpPr>
        <p:spPr>
          <a:xfrm>
            <a:off x="5440680" y="4617720"/>
            <a:ext cx="822960" cy="384048"/>
          </a:xfrm>
          <a:prstGeom prst="rect">
            <a:avLst/>
          </a:prstGeom>
          <a:solidFill>
            <a:schemeClr val="tx2">
              <a:blu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T257</a:t>
            </a:r>
          </a:p>
        </p:txBody>
      </p:sp>
      <p:sp>
        <p:nvSpPr>
          <p:cNvPr id="259" name="T258"/>
          <p:cNvSpPr/>
          <p:nvPr/>
        </p:nvSpPr>
        <p:spPr>
          <a:xfrm>
            <a:off x="6309360" y="4617720"/>
            <a:ext cx="822960" cy="384048"/>
          </a:xfrm>
          <a:prstGeom prst="rect">
            <a:avLst/>
          </a:prstGeom>
          <a:solidFill>
            <a:schemeClr val="tx2">
              <a:blue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T258</a:t>
            </a:r>
          </a:p>
        </p:txBody>
      </p:sp>
      <p:sp>
        <p:nvSpPr>
          <p:cNvPr id="260" name="T259"/>
          <p:cNvSpPr/>
          <p:nvPr/>
        </p:nvSpPr>
        <p:spPr>
          <a:xfrm>
            <a:off x="7178040" y="4617720"/>
            <a:ext cx="822960" cy="384048"/>
          </a:xfrm>
          <a:prstGeom prst="rect">
            <a:avLst/>
          </a:prstGeom>
          <a:solidFill>
            <a:schemeClr val="tx2">
              <a:blue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T259</a:t>
            </a:r>
          </a:p>
        </p:txBody>
      </p:sp>
      <p:sp>
        <p:nvSpPr>
          <p:cNvPr id="261" name="T260"/>
          <p:cNvSpPr/>
          <p:nvPr/>
        </p:nvSpPr>
        <p:spPr>
          <a:xfrm>
            <a:off x="8046720" y="4617720"/>
            <a:ext cx="822960" cy="384048"/>
          </a:xfrm>
          <a:prstGeom prst="rect">
            <a:avLst/>
          </a:prstGeom>
          <a:solidFill>
            <a:schemeClr val="tx2">
              <a:blue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T260</a:t>
            </a:r>
          </a:p>
        </p:txBody>
      </p:sp>
      <p:sp>
        <p:nvSpPr>
          <p:cNvPr id="262" name="T261"/>
          <p:cNvSpPr/>
          <p:nvPr/>
        </p:nvSpPr>
        <p:spPr>
          <a:xfrm>
            <a:off x="228600" y="5056632"/>
            <a:ext cx="822960" cy="384048"/>
          </a:xfrm>
          <a:prstGeom prst="rect">
            <a:avLst/>
          </a:prstGeom>
          <a:solidFill>
            <a:schemeClr val="tx2">
              <a:bl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T261</a:t>
            </a:r>
          </a:p>
        </p:txBody>
      </p:sp>
      <p:sp>
        <p:nvSpPr>
          <p:cNvPr id="263" name="T262"/>
          <p:cNvSpPr/>
          <p:nvPr/>
        </p:nvSpPr>
        <p:spPr>
          <a:xfrm>
            <a:off x="1097280" y="5056632"/>
            <a:ext cx="822960" cy="384048"/>
          </a:xfrm>
          <a:prstGeom prst="rect">
            <a:avLst/>
          </a:prstGeom>
          <a:solidFill>
            <a:schemeClr val="tx2">
              <a:bl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T262</a:t>
            </a:r>
          </a:p>
        </p:txBody>
      </p:sp>
      <p:sp>
        <p:nvSpPr>
          <p:cNvPr id="264" name="T263"/>
          <p:cNvSpPr/>
          <p:nvPr/>
        </p:nvSpPr>
        <p:spPr>
          <a:xfrm>
            <a:off x="1965960" y="5056632"/>
            <a:ext cx="822960" cy="384048"/>
          </a:xfrm>
          <a:prstGeom prst="rect">
            <a:avLst/>
          </a:prstGeom>
          <a:solidFill>
            <a:schemeClr val="tx2">
              <a: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T263</a:t>
            </a:r>
          </a:p>
        </p:txBody>
      </p:sp>
      <p:sp>
        <p:nvSpPr>
          <p:cNvPr id="265" name="T264"/>
          <p:cNvSpPr/>
          <p:nvPr/>
        </p:nvSpPr>
        <p:spPr>
          <a:xfrm>
            <a:off x="2834640" y="5056632"/>
            <a:ext cx="822960" cy="384048"/>
          </a:xfrm>
          <a:prstGeom prst="rect">
            <a:avLst/>
          </a:prstGeom>
          <a:solidFill>
            <a:schemeClr val="tx2">
              <a:inv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T264</a:t>
            </a:r>
          </a:p>
        </p:txBody>
      </p:sp>
      <p:sp>
        <p:nvSpPr>
          <p:cNvPr id="266" name="T265"/>
          <p:cNvSpPr/>
          <p:nvPr/>
        </p:nvSpPr>
        <p:spPr>
          <a:xfrm>
            <a:off x="3703320" y="5056632"/>
            <a:ext cx="822960" cy="384048"/>
          </a:xfrm>
          <a:prstGeom prst="rect">
            <a:avLst/>
          </a:prstGeom>
          <a:solidFill>
            <a:schemeClr val="bg2">
              <a:tint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T265</a:t>
            </a:r>
          </a:p>
        </p:txBody>
      </p:sp>
      <p:sp>
        <p:nvSpPr>
          <p:cNvPr id="267" name="T266"/>
          <p:cNvSpPr/>
          <p:nvPr/>
        </p:nvSpPr>
        <p:spPr>
          <a:xfrm>
            <a:off x="4572000" y="5056632"/>
            <a:ext cx="822960" cy="384048"/>
          </a:xfrm>
          <a:prstGeom prst="rect">
            <a:avLst/>
          </a:prstGeom>
          <a:solidFill>
            <a:schemeClr val="bg2"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T266</a:t>
            </a:r>
          </a:p>
        </p:txBody>
      </p:sp>
      <p:sp>
        <p:nvSpPr>
          <p:cNvPr id="268" name="T267"/>
          <p:cNvSpPr/>
          <p:nvPr/>
        </p:nvSpPr>
        <p:spPr>
          <a:xfrm>
            <a:off x="5440680" y="5056632"/>
            <a:ext cx="822960" cy="384048"/>
          </a:xfrm>
          <a:prstGeom prst="rect">
            <a:avLst/>
          </a:prstGeom>
          <a:solidFill>
            <a:schemeClr val="bg2">
              <a:tint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T267</a:t>
            </a:r>
          </a:p>
        </p:txBody>
      </p:sp>
      <p:sp>
        <p:nvSpPr>
          <p:cNvPr id="269" name="T268"/>
          <p:cNvSpPr/>
          <p:nvPr/>
        </p:nvSpPr>
        <p:spPr>
          <a:xfrm>
            <a:off x="6309360" y="5056632"/>
            <a:ext cx="822960" cy="384048"/>
          </a:xfrm>
          <a:prstGeom prst="rect">
            <a:avLst/>
          </a:prstGeom>
          <a:solidFill>
            <a:schemeClr val="bg2">
              <a:shade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T268</a:t>
            </a:r>
          </a:p>
        </p:txBody>
      </p:sp>
      <p:sp>
        <p:nvSpPr>
          <p:cNvPr id="270" name="T269"/>
          <p:cNvSpPr/>
          <p:nvPr/>
        </p:nvSpPr>
        <p:spPr>
          <a:xfrm>
            <a:off x="7178040" y="5056632"/>
            <a:ext cx="822960" cy="384048"/>
          </a:xfrm>
          <a:prstGeom prst="rect">
            <a:avLst/>
          </a:prstGeom>
          <a:solidFill>
            <a:schemeClr val="bg2"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T269</a:t>
            </a:r>
          </a:p>
        </p:txBody>
      </p:sp>
      <p:sp>
        <p:nvSpPr>
          <p:cNvPr id="271" name="T270"/>
          <p:cNvSpPr/>
          <p:nvPr/>
        </p:nvSpPr>
        <p:spPr>
          <a:xfrm>
            <a:off x="8046720" y="5056632"/>
            <a:ext cx="822960" cy="384048"/>
          </a:xfrm>
          <a:prstGeom prst="rect">
            <a:avLst/>
          </a:prstGeom>
          <a:solidFill>
            <a:schemeClr val="bg2">
              <a:shade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T270</a:t>
            </a:r>
          </a:p>
        </p:txBody>
      </p:sp>
      <p:sp>
        <p:nvSpPr>
          <p:cNvPr id="272" name="T271"/>
          <p:cNvSpPr/>
          <p:nvPr/>
        </p:nvSpPr>
        <p:spPr>
          <a:xfrm>
            <a:off x="228600" y="5495544"/>
            <a:ext cx="822960" cy="384048"/>
          </a:xfrm>
          <a:prstGeom prst="rect">
            <a:avLst/>
          </a:prstGeom>
          <a:solidFill>
            <a:schemeClr val="bg2">
              <a:comp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T271</a:t>
            </a:r>
          </a:p>
        </p:txBody>
      </p:sp>
      <p:sp>
        <p:nvSpPr>
          <p:cNvPr id="273" name="T272"/>
          <p:cNvSpPr/>
          <p:nvPr/>
        </p:nvSpPr>
        <p:spPr>
          <a:xfrm>
            <a:off x="1097280" y="5495544"/>
            <a:ext cx="822960" cy="384048"/>
          </a:xfrm>
          <a:prstGeom prst="rect">
            <a:avLst/>
          </a:prstGeom>
          <a:solidFill>
            <a:schemeClr val="bg2">
              <a:inv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T272</a:t>
            </a:r>
          </a:p>
        </p:txBody>
      </p:sp>
      <p:sp>
        <p:nvSpPr>
          <p:cNvPr id="274" name="T273"/>
          <p:cNvSpPr/>
          <p:nvPr/>
        </p:nvSpPr>
        <p:spPr>
          <a:xfrm>
            <a:off x="1965960" y="5495544"/>
            <a:ext cx="822960" cy="384048"/>
          </a:xfrm>
          <a:prstGeom prst="rect">
            <a:avLst/>
          </a:prstGeom>
          <a:solidFill>
            <a:schemeClr val="bg2">
              <a:gray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T273</a:t>
            </a:r>
          </a:p>
        </p:txBody>
      </p:sp>
      <p:sp>
        <p:nvSpPr>
          <p:cNvPr id="275" name="T274"/>
          <p:cNvSpPr/>
          <p:nvPr/>
        </p:nvSpPr>
        <p:spPr>
          <a:xfrm>
            <a:off x="2834640" y="5495544"/>
            <a:ext cx="822960" cy="384048"/>
          </a:xfrm>
          <a:prstGeom prst="rect">
            <a:avLst/>
          </a:prstGeom>
          <a:solidFill>
            <a:schemeClr val="bg2">
              <a:alpha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T274</a:t>
            </a:r>
          </a:p>
        </p:txBody>
      </p:sp>
      <p:sp>
        <p:nvSpPr>
          <p:cNvPr id="276" name="T275"/>
          <p:cNvSpPr/>
          <p:nvPr/>
        </p:nvSpPr>
        <p:spPr>
          <a:xfrm>
            <a:off x="3703320" y="5495544"/>
            <a:ext cx="822960" cy="38404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T275</a:t>
            </a:r>
          </a:p>
        </p:txBody>
      </p:sp>
      <p:sp>
        <p:nvSpPr>
          <p:cNvPr id="277" name="T276"/>
          <p:cNvSpPr/>
          <p:nvPr/>
        </p:nvSpPr>
        <p:spPr>
          <a:xfrm>
            <a:off x="4572000" y="5495544"/>
            <a:ext cx="822960" cy="384048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T276</a:t>
            </a:r>
          </a:p>
        </p:txBody>
      </p:sp>
      <p:sp>
        <p:nvSpPr>
          <p:cNvPr id="278" name="T277"/>
          <p:cNvSpPr/>
          <p:nvPr/>
        </p:nvSpPr>
        <p:spPr>
          <a:xfrm>
            <a:off x="5440680" y="5495544"/>
            <a:ext cx="822960" cy="384048"/>
          </a:xfrm>
          <a:prstGeom prst="rect">
            <a:avLst/>
          </a:prstGeom>
          <a:solidFill>
            <a:schemeClr val="bg2">
              <a:alpha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T277</a:t>
            </a:r>
          </a:p>
        </p:txBody>
      </p:sp>
      <p:sp>
        <p:nvSpPr>
          <p:cNvPr id="279" name="T278"/>
          <p:cNvSpPr/>
          <p:nvPr/>
        </p:nvSpPr>
        <p:spPr>
          <a:xfrm>
            <a:off x="6309360" y="5495544"/>
            <a:ext cx="822960" cy="384048"/>
          </a:xfrm>
          <a:prstGeom prst="rect">
            <a:avLst/>
          </a:prstGeom>
          <a:solidFill>
            <a:schemeClr val="bg2">
              <a:alpha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T278</a:t>
            </a:r>
          </a:p>
        </p:txBody>
      </p:sp>
      <p:sp>
        <p:nvSpPr>
          <p:cNvPr id="280" name="T279"/>
          <p:cNvSpPr/>
          <p:nvPr/>
        </p:nvSpPr>
        <p:spPr>
          <a:xfrm>
            <a:off x="7178040" y="5495544"/>
            <a:ext cx="822960" cy="384048"/>
          </a:xfrm>
          <a:prstGeom prst="rect">
            <a:avLst/>
          </a:prstGeom>
          <a:solidFill>
            <a:schemeClr val="bg2">
              <a:alpha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T279</a:t>
            </a:r>
          </a:p>
        </p:txBody>
      </p:sp>
      <p:sp>
        <p:nvSpPr>
          <p:cNvPr id="281" name="T280"/>
          <p:cNvSpPr/>
          <p:nvPr/>
        </p:nvSpPr>
        <p:spPr>
          <a:xfrm>
            <a:off x="8046720" y="5495544"/>
            <a:ext cx="822960" cy="384048"/>
          </a:xfrm>
          <a:prstGeom prst="rect">
            <a:avLst/>
          </a:prstGeom>
          <a:solidFill>
            <a:schemeClr val="bg2">
              <a:alpha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T280</a:t>
            </a:r>
          </a:p>
        </p:txBody>
      </p:sp>
      <p:sp>
        <p:nvSpPr>
          <p:cNvPr id="282" name="T281"/>
          <p:cNvSpPr/>
          <p:nvPr/>
        </p:nvSpPr>
        <p:spPr>
          <a:xfrm>
            <a:off x="228600" y="5934456"/>
            <a:ext cx="822960" cy="384048"/>
          </a:xfrm>
          <a:prstGeom prst="rect">
            <a:avLst/>
          </a:prstGeom>
          <a:solidFill>
            <a:schemeClr val="bg2">
              <a:h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T281</a:t>
            </a:r>
          </a:p>
        </p:txBody>
      </p:sp>
      <p:sp>
        <p:nvSpPr>
          <p:cNvPr id="283" name="T282"/>
          <p:cNvSpPr/>
          <p:nvPr/>
        </p:nvSpPr>
        <p:spPr>
          <a:xfrm>
            <a:off x="1097280" y="5934456"/>
            <a:ext cx="822960" cy="384048"/>
          </a:xfrm>
          <a:prstGeom prst="rect">
            <a:avLst/>
          </a:prstGeom>
          <a:solidFill>
            <a:schemeClr val="bg2">
              <a:hue val="7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T282</a:t>
            </a:r>
          </a:p>
        </p:txBody>
      </p:sp>
      <p:sp>
        <p:nvSpPr>
          <p:cNvPr id="284" name="T283"/>
          <p:cNvSpPr/>
          <p:nvPr/>
        </p:nvSpPr>
        <p:spPr>
          <a:xfrm>
            <a:off x="1965960" y="5934456"/>
            <a:ext cx="822960" cy="384048"/>
          </a:xfrm>
          <a:prstGeom prst="rect">
            <a:avLst/>
          </a:prstGeom>
          <a:solidFill>
            <a:schemeClr val="bg2">
              <a:hue val="14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T283</a:t>
            </a:r>
          </a:p>
        </p:txBody>
      </p:sp>
      <p:sp>
        <p:nvSpPr>
          <p:cNvPr id="285" name="T284"/>
          <p:cNvSpPr/>
          <p:nvPr/>
        </p:nvSpPr>
        <p:spPr>
          <a:xfrm>
            <a:off x="2834640" y="5934456"/>
            <a:ext cx="822960" cy="384048"/>
          </a:xfrm>
          <a:prstGeom prst="rect">
            <a:avLst/>
          </a:prstGeom>
          <a:solidFill>
            <a:schemeClr val="bg2">
              <a:hueOff val="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T284</a:t>
            </a:r>
          </a:p>
        </p:txBody>
      </p:sp>
      <p:sp>
        <p:nvSpPr>
          <p:cNvPr id="286" name="T285"/>
          <p:cNvSpPr/>
          <p:nvPr/>
        </p:nvSpPr>
        <p:spPr>
          <a:xfrm>
            <a:off x="3703320" y="5934456"/>
            <a:ext cx="822960" cy="384048"/>
          </a:xfrm>
          <a:prstGeom prst="rect">
            <a:avLst/>
          </a:prstGeom>
          <a:solidFill>
            <a:schemeClr val="bg2">
              <a:hueOff val="-18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T285</a:t>
            </a:r>
          </a:p>
        </p:txBody>
      </p:sp>
      <p:sp>
        <p:nvSpPr>
          <p:cNvPr id="287" name="T286"/>
          <p:cNvSpPr/>
          <p:nvPr/>
        </p:nvSpPr>
        <p:spPr>
          <a:xfrm>
            <a:off x="4572000" y="5934456"/>
            <a:ext cx="822960" cy="384048"/>
          </a:xfrm>
          <a:prstGeom prst="rect">
            <a:avLst/>
          </a:prstGeom>
          <a:solidFill>
            <a:schemeClr val="bg2">
              <a:hueOff val="54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T286</a:t>
            </a:r>
          </a:p>
        </p:txBody>
      </p:sp>
      <p:sp>
        <p:nvSpPr>
          <p:cNvPr id="288" name="T287"/>
          <p:cNvSpPr/>
          <p:nvPr/>
        </p:nvSpPr>
        <p:spPr>
          <a:xfrm>
            <a:off x="5440680" y="5934456"/>
            <a:ext cx="822960" cy="384048"/>
          </a:xfrm>
          <a:prstGeom prst="rect">
            <a:avLst/>
          </a:prstGeom>
          <a:solidFill>
            <a:schemeClr val="bg2">
              <a:h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T287</a:t>
            </a:r>
          </a:p>
        </p:txBody>
      </p:sp>
      <p:sp>
        <p:nvSpPr>
          <p:cNvPr id="289" name="T288"/>
          <p:cNvSpPr/>
          <p:nvPr/>
        </p:nvSpPr>
        <p:spPr>
          <a:xfrm>
            <a:off x="6309360" y="5934456"/>
            <a:ext cx="822960" cy="384048"/>
          </a:xfrm>
          <a:prstGeom prst="rect">
            <a:avLst/>
          </a:prstGeom>
          <a:solidFill>
            <a:schemeClr val="bg2">
              <a:h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T288</a:t>
            </a:r>
          </a:p>
        </p:txBody>
      </p:sp>
      <p:sp>
        <p:nvSpPr>
          <p:cNvPr id="290" name="T289"/>
          <p:cNvSpPr/>
          <p:nvPr/>
        </p:nvSpPr>
        <p:spPr>
          <a:xfrm>
            <a:off x="7178040" y="5934456"/>
            <a:ext cx="822960" cy="384048"/>
          </a:xfrm>
          <a:prstGeom prst="rect">
            <a:avLst/>
          </a:prstGeom>
          <a:solidFill>
            <a:schemeClr val="bg2">
              <a:hue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T289</a:t>
            </a:r>
          </a:p>
        </p:txBody>
      </p:sp>
      <p:sp>
        <p:nvSpPr>
          <p:cNvPr id="291" name="T290"/>
          <p:cNvSpPr/>
          <p:nvPr/>
        </p:nvSpPr>
        <p:spPr>
          <a:xfrm>
            <a:off x="8046720" y="5934456"/>
            <a:ext cx="822960" cy="384048"/>
          </a:xfrm>
          <a:prstGeom prst="rect">
            <a:avLst/>
          </a:prstGeom>
          <a:solidFill>
            <a:schemeClr val="bg2">
              <a:sat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T290</a:t>
            </a:r>
          </a:p>
        </p:txBody>
      </p:sp>
      <p:sp>
        <p:nvSpPr>
          <p:cNvPr id="292" name="T291"/>
          <p:cNvSpPr/>
          <p:nvPr/>
        </p:nvSpPr>
        <p:spPr>
          <a:xfrm>
            <a:off x="228600" y="6373368"/>
            <a:ext cx="822960" cy="384048"/>
          </a:xfrm>
          <a:prstGeom prst="rect">
            <a:avLst/>
          </a:prstGeom>
          <a:solidFill>
            <a:schemeClr val="bg2">
              <a:sa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T291</a:t>
            </a:r>
          </a:p>
        </p:txBody>
      </p:sp>
      <p:sp>
        <p:nvSpPr>
          <p:cNvPr id="293" name="T292"/>
          <p:cNvSpPr/>
          <p:nvPr/>
        </p:nvSpPr>
        <p:spPr>
          <a:xfrm>
            <a:off x="1097280" y="6373368"/>
            <a:ext cx="822960" cy="384048"/>
          </a:xfrm>
          <a:prstGeom prst="rect">
            <a:avLst/>
          </a:prstGeom>
          <a:solidFill>
            <a:schemeClr val="bg2">
              <a:sat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T292</a:t>
            </a:r>
          </a:p>
        </p:txBody>
      </p:sp>
      <p:sp>
        <p:nvSpPr>
          <p:cNvPr id="294" name="T293"/>
          <p:cNvSpPr/>
          <p:nvPr/>
        </p:nvSpPr>
        <p:spPr>
          <a:xfrm>
            <a:off x="1965960" y="6373368"/>
            <a:ext cx="822960" cy="384048"/>
          </a:xfrm>
          <a:prstGeom prst="rect">
            <a:avLst/>
          </a:prstGeom>
          <a:solidFill>
            <a:schemeClr val="bg2">
              <a:satOff val="-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T293</a:t>
            </a:r>
          </a:p>
        </p:txBody>
      </p:sp>
      <p:sp>
        <p:nvSpPr>
          <p:cNvPr id="295" name="T294"/>
          <p:cNvSpPr/>
          <p:nvPr/>
        </p:nvSpPr>
        <p:spPr>
          <a:xfrm>
            <a:off x="2834640" y="6373368"/>
            <a:ext cx="822960" cy="384048"/>
          </a:xfrm>
          <a:prstGeom prst="rect">
            <a:avLst/>
          </a:prstGeom>
          <a:solidFill>
            <a:schemeClr val="bg2">
              <a:sat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T294</a:t>
            </a:r>
          </a:p>
        </p:txBody>
      </p:sp>
      <p:sp>
        <p:nvSpPr>
          <p:cNvPr id="296" name="T295"/>
          <p:cNvSpPr/>
          <p:nvPr/>
        </p:nvSpPr>
        <p:spPr>
          <a:xfrm>
            <a:off x="3703320" y="6373368"/>
            <a:ext cx="822960" cy="384048"/>
          </a:xfrm>
          <a:prstGeom prst="rect">
            <a:avLst/>
          </a:prstGeom>
          <a:solidFill>
            <a:schemeClr val="bg2">
              <a:sat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T295</a:t>
            </a:r>
          </a:p>
        </p:txBody>
      </p:sp>
      <p:sp>
        <p:nvSpPr>
          <p:cNvPr id="297" name="T296"/>
          <p:cNvSpPr/>
          <p:nvPr/>
        </p:nvSpPr>
        <p:spPr>
          <a:xfrm>
            <a:off x="4572000" y="6373368"/>
            <a:ext cx="822960" cy="384048"/>
          </a:xfrm>
          <a:prstGeom prst="rect">
            <a:avLst/>
          </a:prstGeom>
          <a:solidFill>
            <a:schemeClr val="bg2">
              <a:sat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T296</a:t>
            </a:r>
          </a:p>
        </p:txBody>
      </p:sp>
      <p:sp>
        <p:nvSpPr>
          <p:cNvPr id="298" name="T297"/>
          <p:cNvSpPr/>
          <p:nvPr/>
        </p:nvSpPr>
        <p:spPr>
          <a:xfrm>
            <a:off x="5440680" y="6373368"/>
            <a:ext cx="822960" cy="384048"/>
          </a:xfrm>
          <a:prstGeom prst="rect">
            <a:avLst/>
          </a:prstGeom>
          <a:solidFill>
            <a:schemeClr val="bg2"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T297</a:t>
            </a:r>
          </a:p>
        </p:txBody>
      </p:sp>
      <p:sp>
        <p:nvSpPr>
          <p:cNvPr id="299" name="T298"/>
          <p:cNvSpPr/>
          <p:nvPr/>
        </p:nvSpPr>
        <p:spPr>
          <a:xfrm>
            <a:off x="6309360" y="6373368"/>
            <a:ext cx="822960" cy="384048"/>
          </a:xfrm>
          <a:prstGeom prst="rect">
            <a:avLst/>
          </a:prstGeom>
          <a:solidFill>
            <a:schemeClr val="bg2">
              <a:satMod val="2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T298</a:t>
            </a:r>
          </a:p>
        </p:txBody>
      </p:sp>
      <p:sp>
        <p:nvSpPr>
          <p:cNvPr id="300" name="T299"/>
          <p:cNvSpPr/>
          <p:nvPr/>
        </p:nvSpPr>
        <p:spPr>
          <a:xfrm>
            <a:off x="7178040" y="6373368"/>
            <a:ext cx="822960" cy="384048"/>
          </a:xfrm>
          <a:prstGeom prst="rect">
            <a:avLst/>
          </a:prstGeom>
          <a:solidFill>
            <a:schemeClr val="bg2">
              <a:lum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T299</a:t>
            </a:r>
          </a:p>
        </p:txBody>
      </p:sp>
      <p:sp>
        <p:nvSpPr>
          <p:cNvPr id="301" name="T300"/>
          <p:cNvSpPr/>
          <p:nvPr/>
        </p:nvSpPr>
        <p:spPr>
          <a:xfrm>
            <a:off x="8046720" y="6373368"/>
            <a:ext cx="822960" cy="384048"/>
          </a:xfrm>
          <a:prstGeom prst="rect">
            <a:avLst/>
          </a:prstGeom>
          <a:solidFill>
            <a:schemeClr val="bg2">
              <a:lum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301"/>
          <p:cNvSpPr/>
          <p:nvPr/>
        </p:nvSpPr>
        <p:spPr>
          <a:xfrm>
            <a:off x="228600" y="228600"/>
            <a:ext cx="822960" cy="384048"/>
          </a:xfrm>
          <a:prstGeom prst="rect">
            <a:avLst/>
          </a:prstGeom>
          <a:solidFill>
            <a:schemeClr val="bg2">
              <a:lum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T301</a:t>
            </a:r>
          </a:p>
        </p:txBody>
      </p:sp>
      <p:sp>
        <p:nvSpPr>
          <p:cNvPr id="303" name="T302"/>
          <p:cNvSpPr/>
          <p:nvPr/>
        </p:nvSpPr>
        <p:spPr>
          <a:xfrm>
            <a:off x="1097280" y="228600"/>
            <a:ext cx="822960" cy="384048"/>
          </a:xfrm>
          <a:prstGeom prst="rect">
            <a:avLst/>
          </a:prstGeom>
          <a:solidFill>
            <a:schemeClr val="bg2">
              <a:lum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T302</a:t>
            </a:r>
          </a:p>
        </p:txBody>
      </p:sp>
      <p:sp>
        <p:nvSpPr>
          <p:cNvPr id="304" name="T303"/>
          <p:cNvSpPr/>
          <p:nvPr/>
        </p:nvSpPr>
        <p:spPr>
          <a:xfrm>
            <a:off x="1965960" y="228600"/>
            <a:ext cx="822960" cy="384048"/>
          </a:xfrm>
          <a:prstGeom prst="rect">
            <a:avLst/>
          </a:prstGeom>
          <a:solidFill>
            <a:schemeClr val="bg2">
              <a:lumOff val="2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T303</a:t>
            </a:r>
          </a:p>
        </p:txBody>
      </p:sp>
      <p:sp>
        <p:nvSpPr>
          <p:cNvPr id="305" name="T304"/>
          <p:cNvSpPr/>
          <p:nvPr/>
        </p:nvSpPr>
        <p:spPr>
          <a:xfrm>
            <a:off x="2834640" y="228600"/>
            <a:ext cx="822960" cy="384048"/>
          </a:xfrm>
          <a:prstGeom prst="rect">
            <a:avLst/>
          </a:prstGeom>
          <a:solidFill>
            <a:schemeClr val="bg2"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T304</a:t>
            </a:r>
          </a:p>
        </p:txBody>
      </p:sp>
      <p:sp>
        <p:nvSpPr>
          <p:cNvPr id="306" name="T305"/>
          <p:cNvSpPr/>
          <p:nvPr/>
        </p:nvSpPr>
        <p:spPr>
          <a:xfrm>
            <a:off x="3703320" y="228600"/>
            <a:ext cx="82296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T305</a:t>
            </a:r>
          </a:p>
        </p:txBody>
      </p:sp>
      <p:sp>
        <p:nvSpPr>
          <p:cNvPr id="307" name="T306"/>
          <p:cNvSpPr/>
          <p:nvPr/>
        </p:nvSpPr>
        <p:spPr>
          <a:xfrm>
            <a:off x="4572000" y="228600"/>
            <a:ext cx="82296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T306</a:t>
            </a:r>
          </a:p>
        </p:txBody>
      </p:sp>
      <p:sp>
        <p:nvSpPr>
          <p:cNvPr id="308" name="T307"/>
          <p:cNvSpPr/>
          <p:nvPr/>
        </p:nvSpPr>
        <p:spPr>
          <a:xfrm>
            <a:off x="5440680" y="228600"/>
            <a:ext cx="822960" cy="38404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T307</a:t>
            </a:r>
          </a:p>
        </p:txBody>
      </p:sp>
      <p:sp>
        <p:nvSpPr>
          <p:cNvPr id="309" name="T308"/>
          <p:cNvSpPr/>
          <p:nvPr/>
        </p:nvSpPr>
        <p:spPr>
          <a:xfrm>
            <a:off x="6309360" y="228600"/>
            <a:ext cx="822960" cy="384048"/>
          </a:xfrm>
          <a:prstGeom prst="rect">
            <a:avLst/>
          </a:prstGeom>
          <a:solidFill>
            <a:schemeClr val="bg2">
              <a:red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T308</a:t>
            </a:r>
          </a:p>
        </p:txBody>
      </p:sp>
      <p:sp>
        <p:nvSpPr>
          <p:cNvPr id="310" name="T309"/>
          <p:cNvSpPr/>
          <p:nvPr/>
        </p:nvSpPr>
        <p:spPr>
          <a:xfrm>
            <a:off x="7178040" y="228600"/>
            <a:ext cx="822960" cy="384048"/>
          </a:xfrm>
          <a:prstGeom prst="rect">
            <a:avLst/>
          </a:prstGeom>
          <a:solidFill>
            <a:schemeClr val="bg2">
              <a:re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T309</a:t>
            </a:r>
          </a:p>
        </p:txBody>
      </p:sp>
      <p:sp>
        <p:nvSpPr>
          <p:cNvPr id="311" name="T310"/>
          <p:cNvSpPr/>
          <p:nvPr/>
        </p:nvSpPr>
        <p:spPr>
          <a:xfrm>
            <a:off x="8046720" y="228600"/>
            <a:ext cx="822960" cy="384048"/>
          </a:xfrm>
          <a:prstGeom prst="rect">
            <a:avLst/>
          </a:prstGeom>
          <a:solidFill>
            <a:schemeClr val="bg2">
              <a:red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T310</a:t>
            </a:r>
          </a:p>
        </p:txBody>
      </p:sp>
      <p:sp>
        <p:nvSpPr>
          <p:cNvPr id="312" name="T311"/>
          <p:cNvSpPr/>
          <p:nvPr/>
        </p:nvSpPr>
        <p:spPr>
          <a:xfrm>
            <a:off x="228600" y="667512"/>
            <a:ext cx="822960" cy="384048"/>
          </a:xfrm>
          <a:prstGeom prst="rect">
            <a:avLst/>
          </a:prstGeom>
          <a:solidFill>
            <a:schemeClr val="bg2">
              <a:red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T311</a:t>
            </a:r>
          </a:p>
        </p:txBody>
      </p:sp>
      <p:sp>
        <p:nvSpPr>
          <p:cNvPr id="313" name="T312"/>
          <p:cNvSpPr/>
          <p:nvPr/>
        </p:nvSpPr>
        <p:spPr>
          <a:xfrm>
            <a:off x="1097280" y="667512"/>
            <a:ext cx="822960" cy="384048"/>
          </a:xfrm>
          <a:prstGeom prst="rect">
            <a:avLst/>
          </a:prstGeom>
          <a:solidFill>
            <a:schemeClr val="bg2">
              <a:red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T312</a:t>
            </a:r>
          </a:p>
        </p:txBody>
      </p:sp>
      <p:sp>
        <p:nvSpPr>
          <p:cNvPr id="314" name="T313"/>
          <p:cNvSpPr/>
          <p:nvPr/>
        </p:nvSpPr>
        <p:spPr>
          <a:xfrm>
            <a:off x="1965960" y="667512"/>
            <a:ext cx="822960" cy="384048"/>
          </a:xfrm>
          <a:prstGeom prst="rect">
            <a:avLst/>
          </a:prstGeom>
          <a:solidFill>
            <a:schemeClr val="bg2">
              <a:red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T313</a:t>
            </a:r>
          </a:p>
        </p:txBody>
      </p:sp>
      <p:sp>
        <p:nvSpPr>
          <p:cNvPr id="315" name="T314"/>
          <p:cNvSpPr/>
          <p:nvPr/>
        </p:nvSpPr>
        <p:spPr>
          <a:xfrm>
            <a:off x="2834640" y="667512"/>
            <a:ext cx="822960" cy="384048"/>
          </a:xfrm>
          <a:prstGeom prst="rect">
            <a:avLst/>
          </a:prstGeom>
          <a:solidFill>
            <a:schemeClr val="bg2">
              <a:red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T314</a:t>
            </a:r>
          </a:p>
        </p:txBody>
      </p:sp>
      <p:sp>
        <p:nvSpPr>
          <p:cNvPr id="316" name="T315"/>
          <p:cNvSpPr/>
          <p:nvPr/>
        </p:nvSpPr>
        <p:spPr>
          <a:xfrm>
            <a:off x="3703320" y="667512"/>
            <a:ext cx="822960" cy="384048"/>
          </a:xfrm>
          <a:prstGeom prst="rect">
            <a:avLst/>
          </a:prstGeom>
          <a:solidFill>
            <a:schemeClr val="bg2">
              <a:green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T315</a:t>
            </a:r>
          </a:p>
        </p:txBody>
      </p:sp>
      <p:sp>
        <p:nvSpPr>
          <p:cNvPr id="317" name="T316"/>
          <p:cNvSpPr/>
          <p:nvPr/>
        </p:nvSpPr>
        <p:spPr>
          <a:xfrm>
            <a:off x="4572000" y="667512"/>
            <a:ext cx="822960" cy="384048"/>
          </a:xfrm>
          <a:prstGeom prst="rect">
            <a:avLst/>
          </a:prstGeom>
          <a:solidFill>
            <a:schemeClr val="bg2">
              <a:green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T316</a:t>
            </a:r>
          </a:p>
        </p:txBody>
      </p:sp>
      <p:sp>
        <p:nvSpPr>
          <p:cNvPr id="318" name="T317"/>
          <p:cNvSpPr/>
          <p:nvPr/>
        </p:nvSpPr>
        <p:spPr>
          <a:xfrm>
            <a:off x="5440680" y="667512"/>
            <a:ext cx="822960" cy="384048"/>
          </a:xfrm>
          <a:prstGeom prst="rect">
            <a:avLst/>
          </a:prstGeom>
          <a:solidFill>
            <a:schemeClr val="bg2">
              <a:green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T317</a:t>
            </a:r>
          </a:p>
        </p:txBody>
      </p:sp>
      <p:sp>
        <p:nvSpPr>
          <p:cNvPr id="319" name="T318"/>
          <p:cNvSpPr/>
          <p:nvPr/>
        </p:nvSpPr>
        <p:spPr>
          <a:xfrm>
            <a:off x="6309360" y="667512"/>
            <a:ext cx="822960" cy="384048"/>
          </a:xfrm>
          <a:prstGeom prst="rect">
            <a:avLst/>
          </a:prstGeom>
          <a:solidFill>
            <a:schemeClr val="bg2">
              <a:green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T318</a:t>
            </a:r>
          </a:p>
        </p:txBody>
      </p:sp>
      <p:sp>
        <p:nvSpPr>
          <p:cNvPr id="320" name="T319"/>
          <p:cNvSpPr/>
          <p:nvPr/>
        </p:nvSpPr>
        <p:spPr>
          <a:xfrm>
            <a:off x="7178040" y="667512"/>
            <a:ext cx="822960" cy="384048"/>
          </a:xfrm>
          <a:prstGeom prst="rect">
            <a:avLst/>
          </a:prstGeom>
          <a:solidFill>
            <a:schemeClr val="bg2">
              <a:green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T319</a:t>
            </a:r>
          </a:p>
        </p:txBody>
      </p:sp>
      <p:sp>
        <p:nvSpPr>
          <p:cNvPr id="321" name="T320"/>
          <p:cNvSpPr/>
          <p:nvPr/>
        </p:nvSpPr>
        <p:spPr>
          <a:xfrm>
            <a:off x="8046720" y="667512"/>
            <a:ext cx="822960" cy="384048"/>
          </a:xfrm>
          <a:prstGeom prst="rect">
            <a:avLst/>
          </a:prstGeom>
          <a:solidFill>
            <a:schemeClr val="bg2">
              <a:green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T320</a:t>
            </a:r>
          </a:p>
        </p:txBody>
      </p:sp>
      <p:sp>
        <p:nvSpPr>
          <p:cNvPr id="322" name="T321"/>
          <p:cNvSpPr/>
          <p:nvPr/>
        </p:nvSpPr>
        <p:spPr>
          <a:xfrm>
            <a:off x="228600" y="1106424"/>
            <a:ext cx="822960" cy="384048"/>
          </a:xfrm>
          <a:prstGeom prst="rect">
            <a:avLst/>
          </a:prstGeom>
          <a:solidFill>
            <a:schemeClr val="bg2">
              <a:green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T321</a:t>
            </a:r>
          </a:p>
        </p:txBody>
      </p:sp>
      <p:sp>
        <p:nvSpPr>
          <p:cNvPr id="323" name="T322"/>
          <p:cNvSpPr/>
          <p:nvPr/>
        </p:nvSpPr>
        <p:spPr>
          <a:xfrm>
            <a:off x="1097280" y="1106424"/>
            <a:ext cx="822960" cy="384048"/>
          </a:xfrm>
          <a:prstGeom prst="rect">
            <a:avLst/>
          </a:prstGeom>
          <a:solidFill>
            <a:schemeClr val="bg2">
              <a:blue val="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T322</a:t>
            </a:r>
          </a:p>
        </p:txBody>
      </p:sp>
      <p:sp>
        <p:nvSpPr>
          <p:cNvPr id="324" name="T323"/>
          <p:cNvSpPr/>
          <p:nvPr/>
        </p:nvSpPr>
        <p:spPr>
          <a:xfrm>
            <a:off x="1965960" y="1106424"/>
            <a:ext cx="822960" cy="384048"/>
          </a:xfrm>
          <a:prstGeom prst="rect">
            <a:avLst/>
          </a:prstGeom>
          <a:solidFill>
            <a:schemeClr val="bg2">
              <a:blu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T323</a:t>
            </a:r>
          </a:p>
        </p:txBody>
      </p:sp>
      <p:sp>
        <p:nvSpPr>
          <p:cNvPr id="325" name="T324"/>
          <p:cNvSpPr/>
          <p:nvPr/>
        </p:nvSpPr>
        <p:spPr>
          <a:xfrm>
            <a:off x="2834640" y="1106424"/>
            <a:ext cx="822960" cy="384048"/>
          </a:xfrm>
          <a:prstGeom prst="rect">
            <a:avLst/>
          </a:prstGeom>
          <a:solidFill>
            <a:schemeClr val="bg2">
              <a:blue val="10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T324</a:t>
            </a:r>
          </a:p>
        </p:txBody>
      </p:sp>
      <p:sp>
        <p:nvSpPr>
          <p:cNvPr id="326" name="T325"/>
          <p:cNvSpPr/>
          <p:nvPr/>
        </p:nvSpPr>
        <p:spPr>
          <a:xfrm>
            <a:off x="3703320" y="1106424"/>
            <a:ext cx="822960" cy="384048"/>
          </a:xfrm>
          <a:prstGeom prst="rect">
            <a:avLst/>
          </a:prstGeom>
          <a:solidFill>
            <a:schemeClr val="bg2">
              <a:blueOff val="-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T325</a:t>
            </a:r>
          </a:p>
        </p:txBody>
      </p:sp>
      <p:sp>
        <p:nvSpPr>
          <p:cNvPr id="327" name="T326"/>
          <p:cNvSpPr/>
          <p:nvPr/>
        </p:nvSpPr>
        <p:spPr>
          <a:xfrm>
            <a:off x="4572000" y="1106424"/>
            <a:ext cx="822960" cy="384048"/>
          </a:xfrm>
          <a:prstGeom prst="rect">
            <a:avLst/>
          </a:prstGeom>
          <a:solidFill>
            <a:schemeClr val="bg2">
              <a:blue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T326</a:t>
            </a:r>
          </a:p>
        </p:txBody>
      </p:sp>
      <p:sp>
        <p:nvSpPr>
          <p:cNvPr id="328" name="T327"/>
          <p:cNvSpPr/>
          <p:nvPr/>
        </p:nvSpPr>
        <p:spPr>
          <a:xfrm>
            <a:off x="5440680" y="1106424"/>
            <a:ext cx="822960" cy="384048"/>
          </a:xfrm>
          <a:prstGeom prst="rect">
            <a:avLst/>
          </a:prstGeom>
          <a:solidFill>
            <a:schemeClr val="bg2">
              <a:blue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T327</a:t>
            </a:r>
          </a:p>
        </p:txBody>
      </p:sp>
      <p:sp>
        <p:nvSpPr>
          <p:cNvPr id="329" name="T328"/>
          <p:cNvSpPr/>
          <p:nvPr/>
        </p:nvSpPr>
        <p:spPr>
          <a:xfrm>
            <a:off x="6309360" y="1106424"/>
            <a:ext cx="822960" cy="384048"/>
          </a:xfrm>
          <a:prstGeom prst="rect">
            <a:avLst/>
          </a:prstGeom>
          <a:solidFill>
            <a:schemeClr val="bg2">
              <a:blue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T328</a:t>
            </a:r>
          </a:p>
        </p:txBody>
      </p:sp>
      <p:sp>
        <p:nvSpPr>
          <p:cNvPr id="330" name="T329"/>
          <p:cNvSpPr/>
          <p:nvPr/>
        </p:nvSpPr>
        <p:spPr>
          <a:xfrm>
            <a:off x="7178040" y="1106424"/>
            <a:ext cx="822960" cy="384048"/>
          </a:xfrm>
          <a:prstGeom prst="rect">
            <a:avLst/>
          </a:prstGeom>
          <a:solidFill>
            <a:schemeClr val="bg2">
              <a: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T329</a:t>
            </a:r>
          </a:p>
        </p:txBody>
      </p:sp>
      <p:sp>
        <p:nvSpPr>
          <p:cNvPr id="331" name="T330"/>
          <p:cNvSpPr/>
          <p:nvPr/>
        </p:nvSpPr>
        <p:spPr>
          <a:xfrm>
            <a:off x="8046720" y="1106424"/>
            <a:ext cx="822960" cy="384048"/>
          </a:xfrm>
          <a:prstGeom prst="rect">
            <a:avLst/>
          </a:prstGeom>
          <a:solidFill>
            <a:schemeClr val="bg2">
              <a:invGamma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T330</a:t>
            </a:r>
          </a:p>
        </p:txBody>
      </p:sp>
      <p:sp>
        <p:nvSpPr>
          <p:cNvPr id="332" name="T331"/>
          <p:cNvSpPr/>
          <p:nvPr/>
        </p:nvSpPr>
        <p:spPr>
          <a:xfrm>
            <a:off x="228600" y="1545336"/>
            <a:ext cx="822960" cy="384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T331</a:t>
            </a:r>
          </a:p>
        </p:txBody>
      </p:sp>
      <p:sp>
        <p:nvSpPr>
          <p:cNvPr id="333" name="T332"/>
          <p:cNvSpPr/>
          <p:nvPr/>
        </p:nvSpPr>
        <p:spPr>
          <a:xfrm>
            <a:off x="1097280" y="1545336"/>
            <a:ext cx="822960" cy="384048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T332</a:t>
            </a:r>
          </a:p>
        </p:txBody>
      </p:sp>
      <p:sp>
        <p:nvSpPr>
          <p:cNvPr id="334" name="T333"/>
          <p:cNvSpPr/>
          <p:nvPr/>
        </p:nvSpPr>
        <p:spPr>
          <a:xfrm>
            <a:off x="1965960" y="1545336"/>
            <a:ext cx="822960" cy="38404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T333</a:t>
            </a:r>
          </a:p>
        </p:txBody>
      </p:sp>
      <p:sp>
        <p:nvSpPr>
          <p:cNvPr id="335" name="T334"/>
          <p:cNvSpPr/>
          <p:nvPr/>
        </p:nvSpPr>
        <p:spPr>
          <a:xfrm>
            <a:off x="2834640" y="1545336"/>
            <a:ext cx="822960" cy="3840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T334</a:t>
            </a:r>
          </a:p>
        </p:txBody>
      </p:sp>
      <p:sp>
        <p:nvSpPr>
          <p:cNvPr id="336" name="T335"/>
          <p:cNvSpPr/>
          <p:nvPr/>
        </p:nvSpPr>
        <p:spPr>
          <a:xfrm>
            <a:off x="3703320" y="1545336"/>
            <a:ext cx="822960" cy="3840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T335</a:t>
            </a:r>
          </a:p>
        </p:txBody>
      </p:sp>
      <p:sp>
        <p:nvSpPr>
          <p:cNvPr id="337" name="T336"/>
          <p:cNvSpPr/>
          <p:nvPr/>
        </p:nvSpPr>
        <p:spPr>
          <a:xfrm>
            <a:off x="4572000" y="1545336"/>
            <a:ext cx="822960" cy="38404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T336</a:t>
            </a:r>
          </a:p>
        </p:txBody>
      </p:sp>
      <p:sp>
        <p:nvSpPr>
          <p:cNvPr id="338" name="T337"/>
          <p:cNvSpPr/>
          <p:nvPr/>
        </p:nvSpPr>
        <p:spPr>
          <a:xfrm>
            <a:off x="5440680" y="1545336"/>
            <a:ext cx="822960" cy="38404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T337</a:t>
            </a:r>
          </a:p>
        </p:txBody>
      </p:sp>
      <p:sp>
        <p:nvSpPr>
          <p:cNvPr id="339" name="T338"/>
          <p:cNvSpPr/>
          <p:nvPr/>
        </p:nvSpPr>
        <p:spPr>
          <a:xfrm>
            <a:off x="6309360" y="1545336"/>
            <a:ext cx="822960" cy="384048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T338</a:t>
            </a:r>
          </a:p>
        </p:txBody>
      </p:sp>
      <p:sp>
        <p:nvSpPr>
          <p:cNvPr id="340" name="T339"/>
          <p:cNvSpPr/>
          <p:nvPr/>
        </p:nvSpPr>
        <p:spPr>
          <a:xfrm>
            <a:off x="7178040" y="1545336"/>
            <a:ext cx="822960" cy="384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T339</a:t>
            </a:r>
          </a:p>
        </p:txBody>
      </p:sp>
      <p:sp>
        <p:nvSpPr>
          <p:cNvPr id="341" name="T340"/>
          <p:cNvSpPr/>
          <p:nvPr/>
        </p:nvSpPr>
        <p:spPr>
          <a:xfrm>
            <a:off x="8046720" y="1545336"/>
            <a:ext cx="822960" cy="384048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T340</a:t>
            </a:r>
          </a:p>
        </p:txBody>
      </p:sp>
      <p:sp>
        <p:nvSpPr>
          <p:cNvPr id="342" name="T341"/>
          <p:cNvSpPr/>
          <p:nvPr/>
        </p:nvSpPr>
        <p:spPr>
          <a:xfrm>
            <a:off x="228600" y="1984248"/>
            <a:ext cx="822960" cy="3840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T341</a:t>
            </a:r>
          </a:p>
        </p:txBody>
      </p:sp>
      <p:sp>
        <p:nvSpPr>
          <p:cNvPr id="343" name="T342"/>
          <p:cNvSpPr/>
          <p:nvPr/>
        </p:nvSpPr>
        <p:spPr>
          <a:xfrm>
            <a:off x="1097280" y="1984248"/>
            <a:ext cx="822960" cy="3840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T342</a:t>
            </a:r>
          </a:p>
        </p:txBody>
      </p:sp>
      <p:sp>
        <p:nvSpPr>
          <p:cNvPr id="344" name="T343"/>
          <p:cNvSpPr/>
          <p:nvPr/>
        </p:nvSpPr>
        <p:spPr>
          <a:xfrm>
            <a:off x="1965960" y="1984248"/>
            <a:ext cx="822960" cy="38404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T343</a:t>
            </a:r>
          </a:p>
        </p:txBody>
      </p:sp>
      <p:sp>
        <p:nvSpPr>
          <p:cNvPr id="345" name="T344"/>
          <p:cNvSpPr/>
          <p:nvPr/>
        </p:nvSpPr>
        <p:spPr>
          <a:xfrm>
            <a:off x="2834640" y="1984248"/>
            <a:ext cx="822960" cy="38404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T344</a:t>
            </a:r>
          </a:p>
        </p:txBody>
      </p:sp>
      <p:sp>
        <p:nvSpPr>
          <p:cNvPr id="346" name="T345"/>
          <p:cNvSpPr/>
          <p:nvPr/>
        </p:nvSpPr>
        <p:spPr>
          <a:xfrm>
            <a:off x="3703320" y="1984248"/>
            <a:ext cx="82296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T345</a:t>
            </a:r>
          </a:p>
        </p:txBody>
      </p:sp>
      <p:sp>
        <p:nvSpPr>
          <p:cNvPr id="347" name="T346"/>
          <p:cNvSpPr/>
          <p:nvPr/>
        </p:nvSpPr>
        <p:spPr>
          <a:xfrm>
            <a:off x="4572000" y="1984248"/>
            <a:ext cx="822960" cy="384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T346</a:t>
            </a:r>
          </a:p>
        </p:txBody>
      </p:sp>
      <p:sp>
        <p:nvSpPr>
          <p:cNvPr id="348" name="T347"/>
          <p:cNvSpPr/>
          <p:nvPr/>
        </p:nvSpPr>
        <p:spPr>
          <a:xfrm>
            <a:off x="5440680" y="1984248"/>
            <a:ext cx="822960" cy="384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T347</a:t>
            </a:r>
          </a:p>
        </p:txBody>
      </p:sp>
      <p:sp>
        <p:nvSpPr>
          <p:cNvPr id="349" name="T348"/>
          <p:cNvSpPr/>
          <p:nvPr/>
        </p:nvSpPr>
        <p:spPr>
          <a:xfrm>
            <a:off x="6309360" y="1984248"/>
            <a:ext cx="822960" cy="38404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T348</a:t>
            </a:r>
          </a:p>
        </p:txBody>
      </p:sp>
      <p:sp>
        <p:nvSpPr>
          <p:cNvPr id="350" name="T349"/>
          <p:cNvSpPr/>
          <p:nvPr/>
        </p:nvSpPr>
        <p:spPr>
          <a:xfrm>
            <a:off x="7178040" y="1984248"/>
            <a:ext cx="822960" cy="384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T349</a:t>
            </a:r>
          </a:p>
        </p:txBody>
      </p:sp>
      <p:sp>
        <p:nvSpPr>
          <p:cNvPr id="351" name="T350"/>
          <p:cNvSpPr/>
          <p:nvPr/>
        </p:nvSpPr>
        <p:spPr>
          <a:xfrm>
            <a:off x="8046720" y="1984248"/>
            <a:ext cx="82296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T350</a:t>
            </a:r>
          </a:p>
        </p:txBody>
      </p:sp>
      <p:sp>
        <p:nvSpPr>
          <p:cNvPr id="352" name="T351"/>
          <p:cNvSpPr/>
          <p:nvPr/>
        </p:nvSpPr>
        <p:spPr>
          <a:xfrm>
            <a:off x="228600" y="2423160"/>
            <a:ext cx="82296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T351</a:t>
            </a:r>
          </a:p>
        </p:txBody>
      </p:sp>
      <p:sp>
        <p:nvSpPr>
          <p:cNvPr id="353" name="T352"/>
          <p:cNvSpPr/>
          <p:nvPr/>
        </p:nvSpPr>
        <p:spPr>
          <a:xfrm>
            <a:off x="1097280" y="2423160"/>
            <a:ext cx="822960" cy="384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T352</a:t>
            </a:r>
          </a:p>
        </p:txBody>
      </p:sp>
      <p:sp>
        <p:nvSpPr>
          <p:cNvPr id="354" name="T353"/>
          <p:cNvSpPr/>
          <p:nvPr/>
        </p:nvSpPr>
        <p:spPr>
          <a:xfrm>
            <a:off x="1965960" y="2423160"/>
            <a:ext cx="822960" cy="384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T353</a:t>
            </a:r>
          </a:p>
        </p:txBody>
      </p:sp>
      <p:sp>
        <p:nvSpPr>
          <p:cNvPr id="355" name="T354"/>
          <p:cNvSpPr/>
          <p:nvPr/>
        </p:nvSpPr>
        <p:spPr>
          <a:xfrm>
            <a:off x="2834640" y="2423160"/>
            <a:ext cx="82296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T354</a:t>
            </a:r>
          </a:p>
        </p:txBody>
      </p:sp>
      <p:sp>
        <p:nvSpPr>
          <p:cNvPr id="356" name="T355"/>
          <p:cNvSpPr/>
          <p:nvPr/>
        </p:nvSpPr>
        <p:spPr>
          <a:xfrm>
            <a:off x="3703320" y="2423160"/>
            <a:ext cx="82296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T355</a:t>
            </a:r>
          </a:p>
        </p:txBody>
      </p:sp>
      <p:sp>
        <p:nvSpPr>
          <p:cNvPr id="357" name="T356"/>
          <p:cNvSpPr/>
          <p:nvPr/>
        </p:nvSpPr>
        <p:spPr>
          <a:xfrm>
            <a:off x="4572000" y="2423160"/>
            <a:ext cx="822960" cy="384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T356</a:t>
            </a:r>
          </a:p>
        </p:txBody>
      </p:sp>
      <p:sp>
        <p:nvSpPr>
          <p:cNvPr id="358" name="T357"/>
          <p:cNvSpPr/>
          <p:nvPr/>
        </p:nvSpPr>
        <p:spPr>
          <a:xfrm>
            <a:off x="5440680" y="2423160"/>
            <a:ext cx="822960" cy="384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T357</a:t>
            </a:r>
          </a:p>
        </p:txBody>
      </p:sp>
      <p:sp>
        <p:nvSpPr>
          <p:cNvPr id="359" name="T358"/>
          <p:cNvSpPr/>
          <p:nvPr/>
        </p:nvSpPr>
        <p:spPr>
          <a:xfrm>
            <a:off x="6309360" y="2423160"/>
            <a:ext cx="822960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T358</a:t>
            </a:r>
          </a:p>
        </p:txBody>
      </p:sp>
      <p:sp>
        <p:nvSpPr>
          <p:cNvPr id="360" name="T359"/>
          <p:cNvSpPr/>
          <p:nvPr/>
        </p:nvSpPr>
        <p:spPr>
          <a:xfrm>
            <a:off x="7178040" y="2423160"/>
            <a:ext cx="8229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T359</a:t>
            </a:r>
          </a:p>
        </p:txBody>
      </p:sp>
      <p:sp>
        <p:nvSpPr>
          <p:cNvPr id="361" name="T360"/>
          <p:cNvSpPr/>
          <p:nvPr/>
        </p:nvSpPr>
        <p:spPr>
          <a:xfrm>
            <a:off x="8046720" y="2423160"/>
            <a:ext cx="822960" cy="3840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T360</a:t>
            </a:r>
          </a:p>
        </p:txBody>
      </p:sp>
      <p:sp>
        <p:nvSpPr>
          <p:cNvPr id="362" name="T361"/>
          <p:cNvSpPr/>
          <p:nvPr/>
        </p:nvSpPr>
        <p:spPr>
          <a:xfrm>
            <a:off x="228600" y="2862072"/>
            <a:ext cx="822960" cy="3840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T361</a:t>
            </a:r>
          </a:p>
        </p:txBody>
      </p:sp>
      <p:sp>
        <p:nvSpPr>
          <p:cNvPr id="363" name="T362"/>
          <p:cNvSpPr/>
          <p:nvPr/>
        </p:nvSpPr>
        <p:spPr>
          <a:xfrm>
            <a:off x="1097280" y="2862072"/>
            <a:ext cx="822960" cy="384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T362</a:t>
            </a:r>
          </a:p>
        </p:txBody>
      </p:sp>
      <p:sp>
        <p:nvSpPr>
          <p:cNvPr id="364" name="T363"/>
          <p:cNvSpPr/>
          <p:nvPr/>
        </p:nvSpPr>
        <p:spPr>
          <a:xfrm>
            <a:off x="1965960" y="2862072"/>
            <a:ext cx="822960" cy="38404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T363</a:t>
            </a:r>
          </a:p>
        </p:txBody>
      </p:sp>
      <p:sp>
        <p:nvSpPr>
          <p:cNvPr id="365" name="T364"/>
          <p:cNvSpPr/>
          <p:nvPr/>
        </p:nvSpPr>
        <p:spPr>
          <a:xfrm>
            <a:off x="2834640" y="2862072"/>
            <a:ext cx="822960" cy="3840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T364</a:t>
            </a:r>
          </a:p>
        </p:txBody>
      </p:sp>
      <p:sp>
        <p:nvSpPr>
          <p:cNvPr id="366" name="T365"/>
          <p:cNvSpPr/>
          <p:nvPr/>
        </p:nvSpPr>
        <p:spPr>
          <a:xfrm>
            <a:off x="3703320" y="2862072"/>
            <a:ext cx="822960" cy="38404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T365</a:t>
            </a:r>
          </a:p>
        </p:txBody>
      </p:sp>
      <p:sp>
        <p:nvSpPr>
          <p:cNvPr id="367" name="T366"/>
          <p:cNvSpPr/>
          <p:nvPr/>
        </p:nvSpPr>
        <p:spPr>
          <a:xfrm>
            <a:off x="4572000" y="2862072"/>
            <a:ext cx="822960" cy="384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T366</a:t>
            </a:r>
          </a:p>
        </p:txBody>
      </p:sp>
      <p:sp>
        <p:nvSpPr>
          <p:cNvPr id="368" name="T367"/>
          <p:cNvSpPr/>
          <p:nvPr/>
        </p:nvSpPr>
        <p:spPr>
          <a:xfrm>
            <a:off x="5440680" y="2862072"/>
            <a:ext cx="822960" cy="3840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T367</a:t>
            </a:r>
          </a:p>
        </p:txBody>
      </p:sp>
      <p:sp>
        <p:nvSpPr>
          <p:cNvPr id="369" name="T368"/>
          <p:cNvSpPr/>
          <p:nvPr/>
        </p:nvSpPr>
        <p:spPr>
          <a:xfrm>
            <a:off x="6309360" y="2862072"/>
            <a:ext cx="822960" cy="384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T368</a:t>
            </a:r>
          </a:p>
        </p:txBody>
      </p:sp>
      <p:sp>
        <p:nvSpPr>
          <p:cNvPr id="370" name="T369"/>
          <p:cNvSpPr/>
          <p:nvPr/>
        </p:nvSpPr>
        <p:spPr>
          <a:xfrm>
            <a:off x="7178040" y="2862072"/>
            <a:ext cx="822960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T369</a:t>
            </a:r>
          </a:p>
        </p:txBody>
      </p:sp>
      <p:sp>
        <p:nvSpPr>
          <p:cNvPr id="371" name="T370"/>
          <p:cNvSpPr/>
          <p:nvPr/>
        </p:nvSpPr>
        <p:spPr>
          <a:xfrm>
            <a:off x="8046720" y="2862072"/>
            <a:ext cx="822960" cy="38404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T370</a:t>
            </a:r>
          </a:p>
        </p:txBody>
      </p:sp>
      <p:sp>
        <p:nvSpPr>
          <p:cNvPr id="372" name="T371"/>
          <p:cNvSpPr/>
          <p:nvPr/>
        </p:nvSpPr>
        <p:spPr>
          <a:xfrm>
            <a:off x="228600" y="3300984"/>
            <a:ext cx="822960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T371</a:t>
            </a:r>
          </a:p>
        </p:txBody>
      </p:sp>
      <p:sp>
        <p:nvSpPr>
          <p:cNvPr id="373" name="T372"/>
          <p:cNvSpPr/>
          <p:nvPr/>
        </p:nvSpPr>
        <p:spPr>
          <a:xfrm>
            <a:off x="1097280" y="3300984"/>
            <a:ext cx="822960" cy="3840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T372</a:t>
            </a:r>
          </a:p>
        </p:txBody>
      </p:sp>
      <p:sp>
        <p:nvSpPr>
          <p:cNvPr id="374" name="T373"/>
          <p:cNvSpPr/>
          <p:nvPr/>
        </p:nvSpPr>
        <p:spPr>
          <a:xfrm>
            <a:off x="1965960" y="3300984"/>
            <a:ext cx="822960" cy="384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T373</a:t>
            </a:r>
          </a:p>
        </p:txBody>
      </p:sp>
      <p:sp>
        <p:nvSpPr>
          <p:cNvPr id="375" name="T374"/>
          <p:cNvSpPr/>
          <p:nvPr/>
        </p:nvSpPr>
        <p:spPr>
          <a:xfrm>
            <a:off x="2834640" y="3300984"/>
            <a:ext cx="82296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T374</a:t>
            </a:r>
          </a:p>
        </p:txBody>
      </p:sp>
      <p:sp>
        <p:nvSpPr>
          <p:cNvPr id="376" name="T375"/>
          <p:cNvSpPr/>
          <p:nvPr/>
        </p:nvSpPr>
        <p:spPr>
          <a:xfrm>
            <a:off x="3703320" y="3300984"/>
            <a:ext cx="822960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T375</a:t>
            </a:r>
          </a:p>
        </p:txBody>
      </p:sp>
      <p:sp>
        <p:nvSpPr>
          <p:cNvPr id="377" name="T376"/>
          <p:cNvSpPr/>
          <p:nvPr/>
        </p:nvSpPr>
        <p:spPr>
          <a:xfrm>
            <a:off x="4572000" y="3300984"/>
            <a:ext cx="822960" cy="384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T376</a:t>
            </a:r>
          </a:p>
        </p:txBody>
      </p:sp>
      <p:sp>
        <p:nvSpPr>
          <p:cNvPr id="378" name="T377"/>
          <p:cNvSpPr/>
          <p:nvPr/>
        </p:nvSpPr>
        <p:spPr>
          <a:xfrm>
            <a:off x="5440680" y="3300984"/>
            <a:ext cx="822960" cy="384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T377</a:t>
            </a:r>
          </a:p>
        </p:txBody>
      </p:sp>
      <p:sp>
        <p:nvSpPr>
          <p:cNvPr id="379" name="T378"/>
          <p:cNvSpPr/>
          <p:nvPr/>
        </p:nvSpPr>
        <p:spPr>
          <a:xfrm>
            <a:off x="6309360" y="3300984"/>
            <a:ext cx="822960" cy="384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T378</a:t>
            </a:r>
          </a:p>
        </p:txBody>
      </p:sp>
      <p:sp>
        <p:nvSpPr>
          <p:cNvPr id="380" name="T379"/>
          <p:cNvSpPr/>
          <p:nvPr/>
        </p:nvSpPr>
        <p:spPr>
          <a:xfrm>
            <a:off x="7178040" y="3300984"/>
            <a:ext cx="822960" cy="3840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T379</a:t>
            </a:r>
          </a:p>
        </p:txBody>
      </p:sp>
      <p:sp>
        <p:nvSpPr>
          <p:cNvPr id="381" name="T380"/>
          <p:cNvSpPr/>
          <p:nvPr/>
        </p:nvSpPr>
        <p:spPr>
          <a:xfrm>
            <a:off x="8046720" y="3300984"/>
            <a:ext cx="82296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T380</a:t>
            </a:r>
          </a:p>
        </p:txBody>
      </p:sp>
      <p:sp>
        <p:nvSpPr>
          <p:cNvPr id="382" name="T381"/>
          <p:cNvSpPr/>
          <p:nvPr/>
        </p:nvSpPr>
        <p:spPr>
          <a:xfrm>
            <a:off x="228600" y="3739896"/>
            <a:ext cx="822960" cy="384048"/>
          </a:xfrm>
          <a:prstGeom prst="rect">
            <a:avLst/>
          </a:prstGeom>
          <a:solidFill>
            <a:schemeClr val="accent1">
              <a:tint val="50000"/>
              <a:lumMod val="7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T381</a:t>
            </a:r>
          </a:p>
        </p:txBody>
      </p:sp>
      <p:sp>
        <p:nvSpPr>
          <p:cNvPr id="383" name="T382"/>
          <p:cNvSpPr/>
          <p:nvPr/>
        </p:nvSpPr>
        <p:spPr>
          <a:xfrm>
            <a:off x="1097280" y="3739896"/>
            <a:ext cx="822960" cy="384048"/>
          </a:xfrm>
          <a:prstGeom prst="rect">
            <a:avLst/>
          </a:prstGeom>
          <a:solidFill>
            <a:schemeClr val="accent1">
              <a:lumMod val="75000"/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T382</a:t>
            </a:r>
          </a:p>
        </p:txBody>
      </p:sp>
      <p:sp>
        <p:nvSpPr>
          <p:cNvPr id="384" name="T383"/>
          <p:cNvSpPr/>
          <p:nvPr/>
        </p:nvSpPr>
        <p:spPr>
          <a:xfrm>
            <a:off x="1965960" y="3739896"/>
            <a:ext cx="822960" cy="384048"/>
          </a:xfrm>
          <a:prstGeom prst="rect">
            <a:avLst/>
          </a:prstGeom>
          <a:solidFill>
            <a:schemeClr val="accent1">
              <a:shade val="50000"/>
              <a:satMod val="1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T383</a:t>
            </a:r>
          </a:p>
        </p:txBody>
      </p:sp>
      <p:sp>
        <p:nvSpPr>
          <p:cNvPr id="385" name="T384"/>
          <p:cNvSpPr/>
          <p:nvPr/>
        </p:nvSpPr>
        <p:spPr>
          <a:xfrm>
            <a:off x="2834640" y="3739896"/>
            <a:ext cx="822960" cy="384048"/>
          </a:xfrm>
          <a:prstGeom prst="rect">
            <a:avLst/>
          </a:prstGeom>
          <a:solidFill>
            <a:schemeClr val="accent1">
              <a:satMod val="150000"/>
              <a:shade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T384</a:t>
            </a:r>
          </a:p>
        </p:txBody>
      </p:sp>
      <p:sp>
        <p:nvSpPr>
          <p:cNvPr id="386" name="T385"/>
          <p:cNvSpPr/>
          <p:nvPr/>
        </p:nvSpPr>
        <p:spPr>
          <a:xfrm>
            <a:off x="3703320" y="3739896"/>
            <a:ext cx="822960" cy="384048"/>
          </a:xfrm>
          <a:prstGeom prst="rect">
            <a:avLst/>
          </a:prstGeom>
          <a:solidFill>
            <a:schemeClr val="accent1">
              <a:lumMod val="50000"/>
              <a:lumOff val="25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T385</a:t>
            </a:r>
          </a:p>
        </p:txBody>
      </p:sp>
      <p:sp>
        <p:nvSpPr>
          <p:cNvPr id="387" name="T386"/>
          <p:cNvSpPr/>
          <p:nvPr/>
        </p:nvSpPr>
        <p:spPr>
          <a:xfrm>
            <a:off x="4572000" y="3739896"/>
            <a:ext cx="822960" cy="384048"/>
          </a:xfrm>
          <a:prstGeom prst="rect">
            <a:avLst/>
          </a:prstGeom>
          <a:solidFill>
            <a:schemeClr val="accent1">
              <a:lumOff val="25000"/>
              <a:lumMod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T386</a:t>
            </a:r>
          </a:p>
        </p:txBody>
      </p:sp>
      <p:sp>
        <p:nvSpPr>
          <p:cNvPr id="388" name="T387"/>
          <p:cNvSpPr/>
          <p:nvPr/>
        </p:nvSpPr>
        <p:spPr>
          <a:xfrm>
            <a:off x="5440680" y="3739896"/>
            <a:ext cx="822960" cy="384048"/>
          </a:xfrm>
          <a:prstGeom prst="rect">
            <a:avLst/>
          </a:prstGeom>
          <a:solidFill>
            <a:schemeClr val="accent1">
              <a:tint val="50000"/>
              <a:tint val="50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T387</a:t>
            </a:r>
          </a:p>
        </p:txBody>
      </p:sp>
      <p:sp>
        <p:nvSpPr>
          <p:cNvPr id="389" name="T388"/>
          <p:cNvSpPr/>
          <p:nvPr/>
        </p:nvSpPr>
        <p:spPr>
          <a:xfrm>
            <a:off x="6309360" y="3739896"/>
            <a:ext cx="822960" cy="384048"/>
          </a:xfrm>
          <a:prstGeom prst="rect">
            <a:avLst/>
          </a:prstGeom>
          <a:solidFill>
            <a:schemeClr val="accent1">
              <a:satMod val="103000"/>
              <a:lumMod val="102000"/>
              <a:tint val="94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T388</a:t>
            </a:r>
          </a:p>
        </p:txBody>
      </p:sp>
      <p:sp>
        <p:nvSpPr>
          <p:cNvPr id="390" name="T389"/>
          <p:cNvSpPr/>
          <p:nvPr/>
        </p:nvSpPr>
        <p:spPr>
          <a:xfrm>
            <a:off x="7178040" y="3739896"/>
            <a:ext cx="822960" cy="384048"/>
          </a:xfrm>
          <a:prstGeom prst="rect">
            <a:avLst/>
          </a:prstGeom>
          <a:solidFill>
            <a:schemeClr val="accent1">
              <a:shade val="76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T389</a:t>
            </a:r>
          </a:p>
        </p:txBody>
      </p:sp>
      <p:sp>
        <p:nvSpPr>
          <p:cNvPr id="391" name="T390"/>
          <p:cNvSpPr/>
          <p:nvPr/>
        </p:nvSpPr>
        <p:spPr>
          <a:xfrm>
            <a:off x="8046720" y="3739896"/>
            <a:ext cx="822960" cy="384048"/>
          </a:xfrm>
          <a:prstGeom prst="rect">
            <a:avLst/>
          </a:prstGeom>
          <a:solidFill>
            <a:schemeClr val="accent1">
              <a:tint val="77000"/>
            </a:scheme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T390</a:t>
            </a:r>
          </a:p>
        </p:txBody>
      </p:sp>
      <p:sp>
        <p:nvSpPr>
          <p:cNvPr id="392" name="T391"/>
          <p:cNvSpPr/>
          <p:nvPr/>
        </p:nvSpPr>
        <p:spPr>
          <a:xfrm>
            <a:off x="228600" y="4178808"/>
            <a:ext cx="822960" cy="38404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T391</a:t>
            </a:r>
          </a:p>
        </p:txBody>
      </p:sp>
      <p:sp>
        <p:nvSpPr>
          <p:cNvPr id="393" name="T392"/>
          <p:cNvSpPr/>
          <p:nvPr/>
        </p:nvSpPr>
        <p:spPr>
          <a:xfrm>
            <a:off x="1097280" y="4178808"/>
            <a:ext cx="822960" cy="384048"/>
          </a:xfrm>
          <a:prstGeom prst="rect">
            <a:avLst/>
          </a:prstGeom>
          <a:solidFill>
            <a:srgbClr val="336699">
              <a:tint val="50000"/>
            </a:srgbClr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T392</a:t>
            </a:r>
          </a:p>
        </p:txBody>
      </p:sp>
      <p:sp>
        <p:nvSpPr>
          <p:cNvPr id="394" name="T393"/>
          <p:cNvSpPr/>
          <p:nvPr/>
        </p:nvSpPr>
        <p:spPr>
          <a:xfrm>
            <a:off x="1965960" y="4178808"/>
            <a:ext cx="822960" cy="384048"/>
          </a:xfrm>
          <a:prstGeom prst="rect">
            <a:avLst/>
          </a:prstGeom>
          <a:solidFill>
            <a:scrgbClr r="50000" g="25000" b="75000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T393</a:t>
            </a:r>
          </a:p>
        </p:txBody>
      </p:sp>
      <p:sp>
        <p:nvSpPr>
          <p:cNvPr id="395" name="T394"/>
          <p:cNvSpPr/>
          <p:nvPr/>
        </p:nvSpPr>
        <p:spPr>
          <a:xfrm>
            <a:off x="2834640" y="4178808"/>
            <a:ext cx="822960" cy="384048"/>
          </a:xfrm>
          <a:prstGeom prst="rect">
            <a:avLst/>
          </a:prstGeom>
          <a:solidFill>
            <a:hslClr hue="14400000" sat="50000" lum="40000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T394</a:t>
            </a:r>
          </a:p>
        </p:txBody>
      </p:sp>
      <p:sp>
        <p:nvSpPr>
          <p:cNvPr id="396" name="T395"/>
          <p:cNvSpPr/>
          <p:nvPr/>
        </p:nvSpPr>
        <p:spPr>
          <a:xfrm>
            <a:off x="3703320" y="4178808"/>
            <a:ext cx="822960" cy="384048"/>
          </a:xfrm>
          <a:prstGeom prst="rect">
            <a:avLst/>
          </a:prstGeom>
          <a:solidFill>
            <a:prstClr val="coral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T395</a:t>
            </a:r>
          </a:p>
        </p:txBody>
      </p:sp>
      <p:sp>
        <p:nvSpPr>
          <p:cNvPr id="397" name="T396"/>
          <p:cNvSpPr/>
          <p:nvPr/>
        </p:nvSpPr>
        <p:spPr>
          <a:xfrm>
            <a:off x="4572000" y="4178808"/>
            <a:ext cx="822960" cy="384048"/>
          </a:xfrm>
          <a:prstGeom prst="rect">
            <a:avLst/>
          </a:prstGeom>
          <a:solidFill>
            <a:sysClr val="windowText" lastClr="FF0000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T396</a:t>
            </a:r>
          </a:p>
        </p:txBody>
      </p:sp>
      <p:sp>
        <p:nvSpPr>
          <p:cNvPr id="398" name="T397"/>
          <p:cNvSpPr/>
          <p:nvPr/>
        </p:nvSpPr>
        <p:spPr>
          <a:xfrm>
            <a:off x="5440680" y="4178808"/>
            <a:ext cx="822960" cy="384048"/>
          </a:xfrm>
          <a:prstGeom prst="rect">
            <a:avLst/>
          </a:prstGeom>
          <a:solidFill>
            <a:sysClr val="window" lastClr="00FF00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T397</a:t>
            </a:r>
          </a:p>
        </p:txBody>
      </p:sp>
      <p:sp>
        <p:nvSpPr>
          <p:cNvPr id="399" name="T398"/>
          <p:cNvSpPr/>
          <p:nvPr/>
        </p:nvSpPr>
        <p:spPr>
          <a:xfrm>
            <a:off x="6309360" y="4178808"/>
            <a:ext cx="822960" cy="38404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T398</a:t>
            </a:r>
          </a:p>
        </p:txBody>
      </p:sp>
      <p:sp>
        <p:nvSpPr>
          <p:cNvPr id="400" name="T399"/>
          <p:cNvSpPr/>
          <p:nvPr/>
        </p:nvSpPr>
        <p:spPr>
          <a:xfrm>
            <a:off x="7178040" y="4178808"/>
            <a:ext cx="822960" cy="38404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45720" tIns="18288" rIns="45720" bIns="18288" anchor="ctr"/>
          <a:lstStyle/>
          <a:p>
            <a:r>
              <a:rPr lang="en-US" sz="700">
                <a:solidFill>
                  <a:srgbClr val="000000"/>
                </a:solidFill>
              </a:rPr>
              <a:t>T399</a:t>
            </a:r>
          </a:p>
        </p:txBody>
      </p:sp>
      <p:sp>
        <p:nvSpPr>
          <p:cNvPr id="401" name="T400"/>
          <p:cNvSpPr/>
          <p:nvPr/>
        </p:nvSpPr>
        <p:spPr>
          <a:xfrm>
            <a:off x="8046720" y="4178808"/>
            <a:ext cx="82296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18288" rIns="45720" bIns="18288" anchor="ctr"/>
          <a:lstStyle/>
          <a:p>
            <a:r>
              <a:rPr lang="en-US" sz="700"/>
              <a:t>T400</a:t>
            </a:r>
          </a:p>
        </p:txBody>
      </p:sp>
      <p:sp>
        <p:nvSpPr>
          <p:cNvPr id="402" name="T401"/>
          <p:cNvSpPr/>
          <p:nvPr/>
        </p:nvSpPr>
        <p:spPr>
          <a:xfrm>
            <a:off x="228600" y="4617720"/>
            <a:ext cx="822960" cy="384048"/>
          </a:xfrm>
          <a:prstGeom prst="rect">
            <a:avLst/>
          </a:prstGeom>
        </p:spPr>
        <p:style>
          <a:lnRef idx="1">
            <a:schemeClr val="accent6"/>
          </a:lnRef>
          <a:fillRef idx="1">
            <a:schemeClr val="accent2">
              <a:lumMod val="60000"/>
              <a:lumOff val="40000"/>
            </a:schemeClr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45720" tIns="18288" rIns="45720" bIns="18288" anchor="ctr"/>
          <a:lstStyle/>
          <a:p>
            <a:r>
              <a:rPr lang="en-US" sz="700"/>
              <a:t>T401</a:t>
            </a:r>
          </a:p>
        </p:txBody>
      </p:sp>
      <p:sp>
        <p:nvSpPr>
          <p:cNvPr id="403" name="T402"/>
          <p:cNvSpPr/>
          <p:nvPr/>
        </p:nvSpPr>
        <p:spPr>
          <a:xfrm>
            <a:off x="1097280" y="4617720"/>
            <a:ext cx="822960" cy="384048"/>
          </a:xfrm>
          <a:prstGeom prst="rect">
            <a:avLst/>
          </a:prstGeom>
        </p:spPr>
        <p:style>
          <a:lnRef idx="3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18288" rIns="45720" bIns="18288" anchor="ctr"/>
          <a:lstStyle/>
          <a:p>
            <a:r>
              <a:rPr lang="en-US" sz="700"/>
              <a:t>T402</a:t>
            </a:r>
          </a:p>
        </p:txBody>
      </p:sp>
      <p:sp>
        <p:nvSpPr>
          <p:cNvPr id="404" name="T403"/>
          <p:cNvSpPr/>
          <p:nvPr/>
        </p:nvSpPr>
        <p:spPr>
          <a:xfrm>
            <a:off x="1965960" y="4617720"/>
            <a:ext cx="822960" cy="384048"/>
          </a:xfrm>
          <a:prstGeom prst="rect">
            <a:avLst/>
          </a:prstGeom>
        </p:spPr>
        <p:style>
          <a:lnRef idx="0">
            <a:schemeClr val="accent5"/>
          </a:lnRef>
          <a:fillRef idx="100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45720" tIns="18288" rIns="45720" bIns="18288" anchor="ctr"/>
          <a:lstStyle/>
          <a:p>
            <a:r>
              <a:rPr lang="en-US" sz="700"/>
              <a:t>T403</a:t>
            </a:r>
          </a:p>
        </p:txBody>
      </p:sp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name="Office Theme" id="{2E142A2C-CD16-42D6-873A-C26D2A0506FA}" vid="{1BDDFF52-6CD6-40A5-AB3C-68EB2F1E4D0A}"/>
    </a:ext>
  </a:extLst>
</a:theme>
</file>