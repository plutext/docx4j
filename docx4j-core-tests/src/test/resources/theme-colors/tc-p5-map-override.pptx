
<file path=[Content_Types].xml><?xml version="1.0" encoding="utf-8"?>
<Types xmlns="http://schemas.openxmlformats.org/package/2006/content-types">
  <Default Extension="rels" ContentType="application/vnd.openxmlformats-package.relationships+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2880881248" r:id="rId1"/>
  </p:sldMasterIdLst>
  <p:sldIdLst>
    <p:sldId id="169777776" r:id="rId3"/>
    <p:sldId id="901738069" r:id="rId4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    <Relationship Target="slides/slide2.xml" Type="http://schemas.openxmlformats.org/officeDocument/2006/relationships/slide" Id="rId4"/>
</Relationships>
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680948619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_rels/slide2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-11"/>
          <p:cNvSpPr/>
          <p:nvPr/>
        </p:nvSpPr>
        <p:spPr>
          <a:xfrm>
            <a:off x="457200" y="914400"/>
            <a:ext cx="155448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P5-11</a:t>
            </a:r>
          </a:p>
        </p:txBody>
      </p:sp>
      <p:sp>
        <p:nvSpPr>
          <p:cNvPr id="3" name="P5-12"/>
          <p:cNvSpPr/>
          <p:nvPr/>
        </p:nvSpPr>
        <p:spPr>
          <a:xfrm>
            <a:off x="2103120" y="914400"/>
            <a:ext cx="1554480" cy="685800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P5-12</a:t>
            </a:r>
          </a:p>
        </p:txBody>
      </p:sp>
      <p:sp>
        <p:nvSpPr>
          <p:cNvPr id="4" name="P5-13"/>
          <p:cNvSpPr/>
          <p:nvPr/>
        </p:nvSpPr>
        <p:spPr>
          <a:xfrm>
            <a:off x="3749040" y="914400"/>
            <a:ext cx="1554480" cy="685800"/>
          </a:xfrm>
          <a:prstGeom prst="rect">
            <a:avLst/>
          </a:prstGeom>
          <a:solidFill>
            <a:schemeClr val="tx2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P5-13</a:t>
            </a:r>
          </a:p>
        </p:txBody>
      </p:sp>
      <p:sp>
        <p:nvSpPr>
          <p:cNvPr id="5" name="P5-14"/>
          <p:cNvSpPr/>
          <p:nvPr/>
        </p:nvSpPr>
        <p:spPr>
          <a:xfrm>
            <a:off x="5394960" y="914400"/>
            <a:ext cx="155448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P5-14</a:t>
            </a:r>
          </a:p>
        </p:txBody>
      </p:sp>
      <p:sp>
        <p:nvSpPr>
          <p:cNvPr id="6" name="P5-15"/>
          <p:cNvSpPr/>
          <p:nvPr/>
        </p:nvSpPr>
        <p:spPr>
          <a:xfrm>
            <a:off x="7040880" y="914400"/>
            <a:ext cx="155448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P5-15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-21"/>
          <p:cNvSpPr/>
          <p:nvPr/>
        </p:nvSpPr>
        <p:spPr>
          <a:xfrm>
            <a:off x="457200" y="914400"/>
            <a:ext cx="1554480" cy="685800"/>
          </a:xfrm>
          <a:prstGeom prst="rect">
            <a:avLst/>
          </a:prstGeom>
          <a:solidFill>
            <a:schemeClr val="tx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P5-21</a:t>
            </a:r>
          </a:p>
        </p:txBody>
      </p:sp>
      <p:sp>
        <p:nvSpPr>
          <p:cNvPr id="3" name="P5-22"/>
          <p:cNvSpPr/>
          <p:nvPr/>
        </p:nvSpPr>
        <p:spPr>
          <a:xfrm>
            <a:off x="2103120" y="914400"/>
            <a:ext cx="1554480" cy="685800"/>
          </a:xfrm>
          <a:prstGeom prst="rect">
            <a:avLst/>
          </a:prstGeom>
          <a:solidFill>
            <a:schemeClr val="bg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P5-22</a:t>
            </a:r>
          </a:p>
        </p:txBody>
      </p:sp>
      <p:sp>
        <p:nvSpPr>
          <p:cNvPr id="4" name="P5-23"/>
          <p:cNvSpPr/>
          <p:nvPr/>
        </p:nvSpPr>
        <p:spPr>
          <a:xfrm>
            <a:off x="3749040" y="914400"/>
            <a:ext cx="1554480" cy="685800"/>
          </a:xfrm>
          <a:prstGeom prst="rect">
            <a:avLst/>
          </a:prstGeom>
          <a:solidFill>
            <a:schemeClr val="tx2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P5-23</a:t>
            </a:r>
          </a:p>
        </p:txBody>
      </p:sp>
      <p:sp>
        <p:nvSpPr>
          <p:cNvPr id="5" name="P5-24"/>
          <p:cNvSpPr/>
          <p:nvPr/>
        </p:nvSpPr>
        <p:spPr>
          <a:xfrm>
            <a:off x="5394960" y="914400"/>
            <a:ext cx="155448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P5-24</a:t>
            </a:r>
          </a:p>
        </p:txBody>
      </p:sp>
      <p:sp>
        <p:nvSpPr>
          <p:cNvPr id="6" name="P5-25"/>
          <p:cNvSpPr/>
          <p:nvPr/>
        </p:nvSpPr>
        <p:spPr>
          <a:xfrm>
            <a:off x="7040880" y="914400"/>
            <a:ext cx="155448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808080"/>
            </a:solidFill>
          </a:ln>
        </p:spPr>
        <p:txBody>
          <a:bodyPr lIns="45720" tIns="18288" rIns="45720" bIns="18288" anchor="ctr"/>
          <a:lstStyle/>
          <a:p>
            <a:r>
              <a:rPr lang="en-US" sz="700"/>
              <a:t>P5-25</a:t>
            </a:r>
          </a:p>
        </p:txBody>
      </p:sp>
    </p:spTree>
  </p:cSld>
  <p:clrMapOvr>
    <a:masterClrMapping/>
  </p:clrMapOvr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name="Office Theme" id="{2E142A2C-CD16-42D6-873A-C26D2A0506FA}" vid="{1BDDFF52-6CD6-40A5-AB3C-68EB2F1E4D0A}"/>
    </a:ext>
  </a:extLst>
</a:theme>
</file>