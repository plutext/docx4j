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D8D474-841F-46C4-8787-C440B01CD108}">
          <p14:sldIdLst>
            <p14:sldId id="256"/>
          </p14:sldIdLst>
        </p14:section>
        <p14:section name="My section" id="{2DACC79A-566F-4398-B9FB-21684D703E25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822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6011-9CCE-4BB4-8D1E-B54310747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DA97-752A-47DB-934D-2F3FDD16D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ED5C4-0528-4270-B239-F60F5C32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A5642-EBD1-4E73-BDB8-63F0B1EAB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14506-0463-41AC-B43E-450ED149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4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7523-CD07-4042-AE67-91DADB70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186A-AB7D-408B-BD41-14BE0A346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8D7F-F240-4C4E-9E2B-0CEA35FF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79940-F864-4160-8338-EB8A3188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84404-A841-47BE-8E14-10A45F9C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0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3F39-FA9D-4CCB-AE14-D77AB167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E3781-E623-4BCB-A39E-1A4F86966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D5061-11E1-407A-9C40-8CCFBE3E8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B59FC-A3EB-4BAC-AA7D-2705B412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3FA9D-36A0-4F1C-A7AA-89A05E0E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5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9187-C2F8-4DE3-8170-41B4ED27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FB4DA-2D49-4945-A624-E5831F114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870F5-79E8-45A1-AAFC-41C3D7C0F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D2A25-0694-4924-BA02-C3049C34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18D75-7319-423E-9142-4E5C9701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98112-AD28-4C00-894B-B99D083A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1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9FC1-0BF7-435D-8E9A-E582A703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0035F-1359-4E74-B365-4B81DD5C2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887EC-9953-4932-9630-3B2BF93A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59A14-04D4-4125-A773-B24A2F3D1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E19DB-4486-4772-B240-178ABABB4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9278C-D088-4CEF-B18A-AFF9E48D6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F2F1D-B22A-4E7F-AE88-5133B81D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48A74-C5CB-414E-A2F1-CAA878D8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7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6EB9-1417-4ABF-9C92-64DCC099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18A39-9998-4198-BA34-77F3BBD42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7626D-E92C-42EE-8C61-28C739C3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5FD3C-2F22-45A4-97BA-1EAA02EC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1D50C-E9B5-4E81-AAA9-173271651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0DE391-06DE-4DDD-A65A-6792E434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C4150-5092-48CD-8429-24435845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85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C116-0D21-4412-B556-CBC4A644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07B69-5DB7-41F5-8816-4ED1A3AB2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98C4E-CC47-49E5-83C8-7F53991A7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E3FB9-D5EF-44C3-952B-58F62AFD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B0D47-A59D-44D6-9C9B-A09C4BF7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496D1-7750-4275-AEF2-4312346B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AB9A-194B-4C31-A930-981C008A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74F80C-4C55-415A-9525-C19FDD8A5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D2BDB-4EA9-4904-ACD2-46BA56990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A5B87-ABA7-43BE-B7EB-51351A80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7ED9B-87B0-4C96-877E-F6A0F07FE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0D44F-1D22-4B97-AB32-A2FF6986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7A97-EA97-452A-A50B-5DA1DA79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71031-3669-4E24-9FD8-B44675010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6DE1B-6285-416E-869E-FB13676D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D3CD9-CB3B-4C3E-B38F-0753E024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F88F-38B9-4210-A817-2580B11A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9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95EA5-49B2-4431-9AA6-9ECAA01B9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8A445-2136-41BA-B678-3FC4031B2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BE51-955C-4416-BF82-D491D829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927DB-0289-4022-8663-20EDCB2D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C84AF-83FB-410B-9897-9010AE7A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9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E6986-C3D3-4043-BE6D-C4A04AF3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F6F87-50FA-4FC9-9D27-B45F66B06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0C324-3EDD-4276-B989-31ABDBB6F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4E941-2957-4941-9833-75494D333EB8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D5623-A24E-46B9-AD99-F7C5F282B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930A7-A18C-4505-B405-45A04DCD5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D7AAB-9C9A-4516-ACA1-5B2F522CB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1BBA-F1D8-47E8-901C-C06B1F1437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8FA6-5A1E-4188-9F2F-B0E153D4DE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" name="Section Zoom 3">
                <a:extLst>
                  <a:ext uri="{FF2B5EF4-FFF2-40B4-BE49-F238E27FC236}">
                    <a16:creationId xmlns:a16="http://schemas.microsoft.com/office/drawing/2014/main" id="{2CD96CE6-60EB-4B92-8EFA-B68868B5DE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1181499"/>
                  </p:ext>
                </p:extLst>
              </p:nvPr>
            </p:nvGraphicFramePr>
            <p:xfrm>
              <a:off x="1815829" y="859344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2DACC79A-566F-4398-B9FB-21684D703E25}">
                    <psez:zmPr id="{173D0EE0-DF97-4C40-90A5-9D13876CE60C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" name="Section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CD96CE6-60EB-4B92-8EFA-B68868B5DE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15829" y="859344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867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9547-3ADB-4546-80D6-F6EB76D1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Slide 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8D1C8-7E48-45C5-8086-E219F2669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See further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00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Title</vt:lpstr>
      <vt:lpstr>Slide 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Jason (Plutext) testing</dc:creator>
  <cp:lastModifiedBy>Jason (Plutext) testing</cp:lastModifiedBy>
  <cp:revision>1</cp:revision>
  <dcterms:created xsi:type="dcterms:W3CDTF">2019-04-25T01:06:22Z</dcterms:created>
  <dcterms:modified xsi:type="dcterms:W3CDTF">2019-04-25T01:09:49Z</dcterms:modified>
</cp:coreProperties>
</file>