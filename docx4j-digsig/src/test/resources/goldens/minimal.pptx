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igs" ContentType="application/vnd.openxmlformats-package.digital-signature-origin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4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4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6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70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8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9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0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0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35D40-236F-4AB7-9F18-383F89C4A1F9}" type="datetimeFigureOut">
              <a:rPr lang="en-US" smtClean="0"/>
              <a:t>8/23/2015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A2BC5-4600-499E-BCC0-A27CC9A5E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42840"/>
              </p:ext>
            </p:extLst>
          </p:nvPr>
        </p:nvGraphicFramePr>
        <p:xfrm>
          <a:off x="1371600" y="1568349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smtClean="0"/>
                        <a:t>C1 title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mtClean="0"/>
                        <a:t>C2 title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smtClean="0"/>
                        <a:t>C1 body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29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ajInqgvcsDlzCRDogzUZXBIa/BreNxsi3vB9kmUXRX4=</DigestValue>
    </Reference>
    <Reference Type="http://www.w3.org/2000/09/xmldsig#Object" URI="#idOfficeObject">
      <DigestMethod Algorithm="http://www.w3.org/2001/04/xmlenc#sha256"/>
      <DigestValue>PRhBHeGrvbJJ50OaBU0fhiROTXOq/qj6oXVr+Tmb0ZA=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IFx5remLQSrXlfGS/fDeGOGIFTriXUGkJpc3LvTUNFk=</DigestValue>
    </Reference>
  </SignedInfo>
  <SignatureValue>Su23yIm8hKfGoo8NAo47iki3Jm9JYdmwo1usWKuKQC0SXdmL83uH/lvadKxMzRvVmWgdmuOK81Ug
E2LCDopRWIOkj+VBSAkT1H7sGNoufeczVg7t4IVD5kxRafKymtzGn+N9uHUbIS6PTPBIH5kXJ3OM
1c3wuPV+K9hp2kkrFwW4j4zDxHfyMI0XvdaeYYJCL9mjbePrTo4gLhUS1Zh0G2wcuUTRB/eDAe45
wL2r7gcGZYV/iYaPNum4RTeHjr/42rhwHl+YXW6h7VFEkarfmJ0XIOSCOqiMrIC86LnahEnTswPz
0PWZPXepMuFv7qTIuoL761ZTvbGF92VbZK1dGQ==</SignatureValue>
  <KeyInfo>
    <X509Data>
      <X509Certificate>MIIDmjCCAoKgAwIBAgIUOqD+AbemNq7H93UXNF1mX5DsgoMwDQYJKoZIhvcNAQELBQAwRTEcMBoGA1UEAwwTUGx1dGV4dCBEaWdTaWcgVGVzdDEYMBYGA1UECgwPUGx1dGV4dCBQdHkgTHRkMQswCQYDVQQGEwJBVTAeFw0yNjEwMDEwMDQ5NDJaFw0zMTA5MzAwMDQ5NDJaMEUxHDAaBgNVBAMME1BsdXRleHQgRGlnU2lnIFRlc3QxGDAWBgNVBAoMD1BsdXRleHQgUHR5IEx0ZDELMAkGA1UEBhMCQVUwggEiMA0GCSqGSIb3DQEBAQUAA4IBDwAwggEKAoIBAQC307YkO7YcpDrP9ZIghSjnJVBtdXGqXiQ4nPS2ZkyxvMKPqIPQHytwnr3BIPxUe3Ma9KfY92u8qMtRgkJfHRkujbT3xWLUYVaWqPHHzbHjkklKH+FXuT4eoBAHupgHTaFwUMR67OwPeA2gHCVz38PtLqfkzZNn01SpQeDH8iqQ2PfiqB6ROnq+rIeGSQhMz3FDF3KaatcwNlarMzDk5s0zzCyVrSie/EVKNZRqY5b0QmAYX2Dlcxv2itt5pojhmU+I/b5dKun87YMsjW4AuJomZsP+O2sKtbvfSEmapFlo2ve8yxElBtLooRbla4L+uQtwgkjLbS2k981oduRsZqhBAgMBAAGjgYEwfzAdBgNVHQ4EFgQUVkQXlGnFcCSIQ/7n2fZi+iiKxe4wHwYDVR0jBBgwFoAUVkQXlGnFcCSIQ/7n2fZi+iiKxe4wDAYDVR0TAQH/BAIwADAOBgNVHQ8BAf8EBAMCBsAwHwYDVR0lBBgwFgYIKwYBBQUHAwQGCisGAQQBgjcKAwwwDQYJKoZIhvcNAQELBQADggEBAA6AkE1jbJHGx1dDmO3tR9T72OOb+C9n3bMip5dKqQ0yMYQdRsgkGQ2gXCBP4F37cjpbpTVW2GRjhaYCX2tIYnLjzxhL00pIjdr9To6phLMEoRteaAms4x0z6pY5Bd2JGpEnMTQdI5XOPgJhIZa3ipQ/FiueP8VnZnU0KCXppbnoEkkikgSnL7CvoFnODBFeBzTGlEyiGNO/WeWWm2jNohp4WJHMxB/xnix0jpFuxgm+8JFbapddRNc8qQDp95zZP8RNinBwt7NZqQGmeO1vQCsTWfEqs1gxTaRa/YWyNqmDTyiS1WBo7vqwzi5XTVC/2UyRDtM3rCvxBKn2DB/N0J8=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ZA0yc/xO3JTsFCHnkGRYT0tE9b7806O9EDnxF1WjyYo=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UZktGu33AJZQrr9hddw378P7bOCexXmCUk1FeAJAyuY=</DigestValue>
      </Reference>
      <Reference URI="/ppt/presentation.xml?ContentType=application/vnd.openxmlformats-officedocument.presentationml.presentation.main+xml">
        <DigestMethod Algorithm="http://www.w3.org/2001/04/xmlenc#sha256"/>
        <DigestValue>WRT4M5wA5u3JVLw7kTPe7MMETb5QrdUi11kH68wHtRA=</DigestValue>
      </Reference>
      <Reference URI="/ppt/presProps.xml?ContentType=application/vnd.openxmlformats-officedocument.presentationml.presProps+xml">
        <DigestMethod Algorithm="http://www.w3.org/2001/04/xmlenc#sha256"/>
        <DigestValue>0WlRmmIK9FI1PWUs3AnijJRUHNuwCKLvWSaXN384H9M=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lnK06UYnETQV66S09OI7sq74CBUKjN26RZ4tNW+tJ2Q=</DigestValue>
      </Reference>
      <Reference URI="/ppt/slideLayouts/slideLayout10.xml?ContentType=application/vnd.openxmlformats-officedocument.presentationml.slideLayout+xml">
        <DigestMethod Algorithm="http://www.w3.org/2001/04/xmlenc#sha256"/>
        <DigestValue>NYpxbRJUeDgFrg2GBdGmVGFIVHLaDD+cw6bW0gqczGs=</DigestValue>
      </Reference>
      <Reference URI="/ppt/slideLayouts/slideLayout11.xml?ContentType=application/vnd.openxmlformats-officedocument.presentationml.slideLayout+xml">
        <DigestMethod Algorithm="http://www.w3.org/2001/04/xmlenc#sha256"/>
        <DigestValue>OYDmsQ3waW+5b0WXKaAsZnyGok/GZ/UyRPja9DAX6dA=</DigestValue>
      </Reference>
      <Reference URI="/ppt/slideLayouts/slideLayout2.xml?ContentType=application/vnd.openxmlformats-officedocument.presentationml.slideLayout+xml">
        <DigestMethod Algorithm="http://www.w3.org/2001/04/xmlenc#sha256"/>
        <DigestValue>Pf1bjX5t3v3JERVd9A3J/3njO87sr4DJTiUmrDNkm/k=</DigestValue>
      </Reference>
      <Reference URI="/ppt/slideLayouts/slideLayout3.xml?ContentType=application/vnd.openxmlformats-officedocument.presentationml.slideLayout+xml">
        <DigestMethod Algorithm="http://www.w3.org/2001/04/xmlenc#sha256"/>
        <DigestValue>epYwvVgLpuvuT7jGSiGldYjGOyv/1zd7FfdhgXMhkIM=</DigestValue>
      </Reference>
      <Reference URI="/ppt/slideLayouts/slideLayout4.xml?ContentType=application/vnd.openxmlformats-officedocument.presentationml.slideLayout+xml">
        <DigestMethod Algorithm="http://www.w3.org/2001/04/xmlenc#sha256"/>
        <DigestValue>gJobswdecCSi4b+Kff/Cp2zOoT+z21sxRHHhjYVXI4Q=</DigestValue>
      </Reference>
      <Reference URI="/ppt/slideLayouts/slideLayout5.xml?ContentType=application/vnd.openxmlformats-officedocument.presentationml.slideLayout+xml">
        <DigestMethod Algorithm="http://www.w3.org/2001/04/xmlenc#sha256"/>
        <DigestValue>HySJRtclTAm46T2BC1s9hOKOVxCSjaE6rRSPmJ9pQbA=</DigestValue>
      </Reference>
      <Reference URI="/ppt/slideLayouts/slideLayout6.xml?ContentType=application/vnd.openxmlformats-officedocument.presentationml.slideLayout+xml">
        <DigestMethod Algorithm="http://www.w3.org/2001/04/xmlenc#sha256"/>
        <DigestValue>/Qeeb8ezgAfOFGA7yeTYW2sm5Z+M1JcwbhC2AGVTK+0=</DigestValue>
      </Reference>
      <Reference URI="/ppt/slideLayouts/slideLayout7.xml?ContentType=application/vnd.openxmlformats-officedocument.presentationml.slideLayout+xml">
        <DigestMethod Algorithm="http://www.w3.org/2001/04/xmlenc#sha256"/>
        <DigestValue>msdea6LsF2inQfCVltEsvdvbQe5wKbjzBZdvZwDqtLg=</DigestValue>
      </Reference>
      <Reference URI="/ppt/slideLayouts/slideLayout8.xml?ContentType=application/vnd.openxmlformats-officedocument.presentationml.slideLayout+xml">
        <DigestMethod Algorithm="http://www.w3.org/2001/04/xmlenc#sha256"/>
        <DigestValue>hoWviQF0pPtOZ41TJ4N3K0tbWtktF4mUGyZxttNvKo0=</DigestValue>
      </Reference>
      <Reference URI="/ppt/slideLayouts/slideLayout9.xml?ContentType=application/vnd.openxmlformats-officedocument.presentationml.slideLayout+xml">
        <DigestMethod Algorithm="http://www.w3.org/2001/04/xmlenc#sha256"/>
        <DigestValue>5YPS9pzOSF+ouACHK6vod8SNjbKMZUSbo/XsJvHD7AY=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tSNfd+My+BfmzQxLC9EAQHv1RK/2+tNcci+9hfcJUEE=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2226tZEXhOYAmdE+4cuTSgrbcJqkYdo2H4+BBUBbatQ=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Eyd6kctw5nsZPkZffhOiI5q1gRUjCozcyiIo6K3PO8U=</DigestValue>
      </Reference>
      <Reference URI="/ppt/slides/slide1.xml?ContentType=application/vnd.openxmlformats-officedocument.presentationml.slide+xml">
        <DigestMethod Algorithm="http://www.w3.org/2001/04/xmlenc#sha256"/>
        <DigestValue>YR1ePVWJxeJXHkAYAmMA/VO7u1ZAv5JL6Hw75MxrKwk=</DigestValue>
      </Reference>
      <Reference URI="/ppt/tableStyles.xml?ContentType=application/vnd.openxmlformats-officedocument.presentationml.tableStyles+xml">
        <DigestMethod Algorithm="http://www.w3.org/2001/04/xmlenc#sha256"/>
        <DigestValue>zUJmCulB8F3RMQLkKOEG3wHDYiBC80kdCXjqwfH8PzI=</DigestValue>
      </Reference>
      <Reference URI="/ppt/theme/theme1.xml?ContentType=application/vnd.openxmlformats-officedocument.theme+xml">
        <DigestMethod Algorithm="http://www.w3.org/2001/04/xmlenc#sha256"/>
        <DigestValue>3T50DmHgqxTLJ0Us92ch4O/lBMnsLVeoQonLXNTbZoo=</DigestValue>
      </Reference>
      <Reference URI="/ppt/viewProps.xml?ContentType=application/vnd.openxmlformats-officedocument.presentationml.viewProps+xml">
        <DigestMethod Algorithm="http://www.w3.org/2001/04/xmlenc#sha256"/>
        <DigestValue>+97tLrzzjrwm+kw6PFC1ZuazqpGXjBf9SXuob674nSU=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2026-10-01T23:18:11Z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/>
          <WindowsVersion>10.0</WindowsVersion>
          <OfficeVersion>16.0.20430/27</OfficeVersion>
          <ApplicationVersion>16.0.20430</ApplicationVersion>
          <Monitors>1</Monitors>
          <HorizontalResolution>3840</HorizontalResolution>
          <VerticalResolution>1979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2026-10-01T23:18:11Z</xd:SigningTime>
          <xd:SigningCertificate>
            <xd:Cert>
              <xd:CertDigest>
                <DigestMethod Algorithm="http://www.w3.org/2001/04/xmlenc#sha256"/>
                <DigestValue>O7MvqzFFhifSnQ4VubH1duLZpXE1P6R8hx97/Khy7Sk=</DigestValue>
              </xd:CertDigest>
              <xd:IssuerSerial>
                <X509IssuerName>C=AU, O=Plutext Pty Ltd, CN=Plutext DigSig Test</X509IssuerName>
                <X509SerialNumber>334711711044568379736616701146504625209513640579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</xd: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jharrop</dc:creator>
  <cp:lastModifiedBy>jharrop</cp:lastModifiedBy>
  <cp:revision>1</cp:revision>
  <dcterms:created xsi:type="dcterms:W3CDTF">2015-08-23T08:13:25Z</dcterms:created>
  <dcterms:modified xsi:type="dcterms:W3CDTF">2015-08-23T08:16:30Z</dcterms:modified>
</cp:coreProperties>
</file>