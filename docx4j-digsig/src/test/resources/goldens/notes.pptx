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90"/>
    </p:cViewPr>
  </p:notesTextViewPr>
  <p:notesViewPr>
    <p:cSldViewPr>
      <p:cViewPr varScale="1">
        <p:scale>
          <a:sx n="95" d="100"/>
          <a:sy n="95" d="100"/>
        </p:scale>
        <p:origin x="-176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My handout master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94B20-3A69-4ACE-90F1-4B15A4C892EB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BD21C-D924-4CD5-9B56-A7AB207D46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10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E3D1C-5FAA-4A0C-9EFE-9905A1640F06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EB45F-3D21-4270-91B7-01F8E3618D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9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Added a note.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EB45F-3D21-4270-91B7-01F8E3618DB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Slide 2 has a note!</a:t>
            </a:r>
          </a:p>
          <a:p>
            <a:endParaRPr lang="en-AU" smtClean="0"/>
          </a:p>
          <a:p>
            <a:endParaRPr lang="en-AU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EB45F-3D21-4270-91B7-01F8E3618DB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EB45F-3D21-4270-91B7-01F8E3618DB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EB45F-3D21-4270-91B7-01F8E3618DB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11729-EE65-4CDE-96B9-8DC7B2AFFF3A}" type="datetimeFigureOut">
              <a:rPr lang="en-US" smtClean="0"/>
              <a:pPr/>
              <a:t>9/18/2012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1A6F8-3859-421C-8C93-28580D23B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Basic features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My subtitle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Basic slide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Bullet 1</a:t>
            </a:r>
          </a:p>
          <a:p>
            <a:pPr lvl="1"/>
            <a:r>
              <a:rPr lang="en-US" smtClean="0"/>
              <a:t>Level 2</a:t>
            </a:r>
          </a:p>
          <a:p>
            <a:r>
              <a:rPr lang="en-US" smtClean="0"/>
              <a:t>Bullet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SVG in HTML output - status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XSLT framework works (</a:t>
            </a:r>
            <a:r>
              <a:rPr lang="en-US" dirty="0" err="1" smtClean="0"/>
              <a:t>ie</a:t>
            </a:r>
            <a:r>
              <a:rPr lang="en-US" dirty="0" smtClean="0"/>
              <a:t> slides render), but need to flesh out support for various shapes</a:t>
            </a:r>
          </a:p>
          <a:p>
            <a:r>
              <a:rPr lang="en-US" dirty="0" smtClean="0"/>
              <a:t>Text boxes </a:t>
            </a:r>
          </a:p>
          <a:p>
            <a:pPr lvl="1"/>
            <a:r>
              <a:rPr lang="en-US" dirty="0" smtClean="0"/>
              <a:t>should be positioned correctly (21/1)</a:t>
            </a:r>
          </a:p>
          <a:p>
            <a:pPr lvl="1"/>
            <a:r>
              <a:rPr lang="en-US" dirty="0" smtClean="0"/>
              <a:t>Style resolution is working, but only implemented for some properties (21/1)</a:t>
            </a:r>
          </a:p>
          <a:p>
            <a:pPr lvl="2"/>
            <a:r>
              <a:rPr lang="en-US" dirty="0" smtClean="0"/>
              <a:t>TODO: bullets</a:t>
            </a:r>
          </a:p>
          <a:p>
            <a:pPr lvl="2"/>
            <a:r>
              <a:rPr lang="en-US" dirty="0" smtClean="0"/>
              <a:t>Underline, italics etc</a:t>
            </a:r>
          </a:p>
          <a:p>
            <a:pPr lvl="1"/>
            <a:r>
              <a:rPr lang="en-US" dirty="0" smtClean="0"/>
              <a:t>Not done yet: Border and shading</a:t>
            </a:r>
          </a:p>
          <a:p>
            <a:r>
              <a:rPr lang="en-US" dirty="0" smtClean="0"/>
              <a:t>Lines (done)</a:t>
            </a:r>
          </a:p>
          <a:p>
            <a:r>
              <a:rPr lang="en-US" smtClean="0"/>
              <a:t>Images (done 28/7/2010)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8992" y="2428868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My text box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00562" y="3929066"/>
            <a:ext cx="28575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/>
              <a:t>My text box with border</a:t>
            </a: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rot="16200000" flipH="1">
            <a:off x="4500562" y="2857496"/>
            <a:ext cx="1000132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3643314"/>
            <a:ext cx="6191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500694" y="642918"/>
            <a:ext cx="28575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My text box, with some run level formatting. </a:t>
            </a:r>
            <a:r>
              <a:rPr lang="en-US" i="1" smtClean="0"/>
              <a:t>Italics</a:t>
            </a:r>
            <a:r>
              <a:rPr lang="en-US" smtClean="0"/>
              <a:t>, </a:t>
            </a:r>
            <a:r>
              <a:rPr lang="en-US" b="1" smtClean="0"/>
              <a:t>bold</a:t>
            </a:r>
            <a:r>
              <a:rPr lang="en-US" smtClean="0"/>
              <a:t>, </a:t>
            </a:r>
            <a:r>
              <a:rPr lang="en-US" u="sng" smtClean="0"/>
              <a:t>underline</a:t>
            </a:r>
            <a:r>
              <a:rPr lang="en-US" smtClean="0"/>
              <a:t>.  </a:t>
            </a:r>
            <a:r>
              <a:rPr lang="en-US" sz="4000" smtClean="0"/>
              <a:t>Larger</a:t>
            </a:r>
            <a:r>
              <a:rPr lang="en-US" smtClean="0"/>
              <a:t>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KHP41pElCtiBA464g7eRXiEW6plrTnRFQKzNYPW4sUE=</DigestValue>
    </Reference>
    <Reference Type="http://www.w3.org/2000/09/xmldsig#Object" URI="#idOfficeObject">
      <DigestMethod Algorithm="http://www.w3.org/2001/04/xmlenc#sha256"/>
      <DigestValue>PRhBHeGrvbJJ50OaBU0fhiROTXOq/qj6oXVr+Tmb0ZA=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avunkX8MBX4oGNkMV9CAy0fflvxqALj7XQKoVI4WaW4=</DigestValue>
    </Reference>
  </SignedInfo>
  <SignatureValue>q/pvuzK02BV9FWFDvHZmZJFKiUe2QeoqnVeyc8jZEQKVVtnn5W13UIiPGeZTd29cSGjEZTh/dVpP
dKlcMhFu/Mf3UxZJK9H5v3cA3uc2tt6F1MplXjI+vBjgyryAEM1D5WsmWtW9BOVCrMQfyc6GDUw+
DXBIVgEESCBk3yebsyga/2aSqlaInWtz22hfZ4Z9URRmUmpxu+Au2YmgnzRqoDxDpZJ6SY5UCuYj
EVA9p1k0yz5zdoNvEn+Jz7ESm5BuAyN0RjUYl1Sfr04G/rR672FrdttmR28Y4Z09i9hmOeTmla3b
UQCnP9t4lGV9FFCut4PVnefZmUgVkwGWhfhX8w==</SignatureValue>
  <KeyInfo>
    <X509Data>
      <X509Certificate>MIIDmjCCAoKgAwIBAgIUOqD+AbemNq7H93UXNF1mX5DsgoMwDQYJKoZIhvcNAQELBQAwRTEcMBoGA1UEAwwTUGx1dGV4dCBEaWdTaWcgVGVzdDEYMBYGA1UECgwPUGx1dGV4dCBQdHkgTHRkMQswCQYDVQQGEwJBVTAeFw0yNjEwMDEwMDQ5NDJaFw0zMTA5MzAwMDQ5NDJaMEUxHDAaBgNVBAMME1BsdXRleHQgRGlnU2lnIFRlc3QxGDAWBgNVBAoMD1BsdXRleHQgUHR5IEx0ZDELMAkGA1UEBhMCQVUwggEiMA0GCSqGSIb3DQEBAQUAA4IBDwAwggEKAoIBAQC307YkO7YcpDrP9ZIghSjnJVBtdXGqXiQ4nPS2ZkyxvMKPqIPQHytwnr3BIPxUe3Ma9KfY92u8qMtRgkJfHRkujbT3xWLUYVaWqPHHzbHjkklKH+FXuT4eoBAHupgHTaFwUMR67OwPeA2gHCVz38PtLqfkzZNn01SpQeDH8iqQ2PfiqB6ROnq+rIeGSQhMz3FDF3KaatcwNlarMzDk5s0zzCyVrSie/EVKNZRqY5b0QmAYX2Dlcxv2itt5pojhmU+I/b5dKun87YMsjW4AuJomZsP+O2sKtbvfSEmapFlo2ve8yxElBtLooRbla4L+uQtwgkjLbS2k981oduRsZqhBAgMBAAGjgYEwfzAdBgNVHQ4EFgQUVkQXlGnFcCSIQ/7n2fZi+iiKxe4wHwYDVR0jBBgwFoAUVkQXlGnFcCSIQ/7n2fZi+iiKxe4wDAYDVR0TAQH/BAIwADAOBgNVHQ8BAf8EBAMCBsAwHwYDVR0lBBgwFgYIKwYBBQUHAwQGCisGAQQBgjcKAwwwDQYJKoZIhvcNAQELBQADggEBAA6AkE1jbJHGx1dDmO3tR9T72OOb+C9n3bMip5dKqQ0yMYQdRsgkGQ2gXCBP4F37cjpbpTVW2GRjhaYCX2tIYnLjzxhL00pIjdr9To6phLMEoRteaAms4x0z6pY5Bd2JGpEnMTQdI5XOPgJhIZa3ipQ/FiueP8VnZnU0KCXppbnoEkkikgSnL7CvoFnODBFeBzTGlEyiGNO/WeWWm2jNohp4WJHMxB/xnix0jpFuxgm+8JFbapddRNc8qQDp95zZP8RNinBwt7NZqQGmeO1vQCsTWfEqs1gxTaRa/YWyNqmDTyiS1WBo7vqwzi5XTVC/2UyRDtM3rCvxBKn2DB/N0J8=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ZA0yc/xO3JTsFCHnkGRYT0tE9b7806O9EDnxF1WjyYo=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Z/IZ+Qz0haE1lunfc4ceITKMztlG5uk8ftBi90tWUVE=</DigestValue>
      </Reference>
      <Reference URI="/ppt/handoutMasters/_rels/handout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VgNGZLFGoRxv04fViwPY4GatfzqYLBSCTL6MDtoY7yY=</DigestValue>
      </Reference>
      <Reference URI="/ppt/handoutMasters/handoutMaster1.xml?ContentType=application/vnd.openxmlformats-officedocument.presentationml.handoutMaster+xml">
        <DigestMethod Algorithm="http://www.w3.org/2001/04/xmlenc#sha256"/>
        <DigestValue>5T6jb5VWYAWZYp6/MmD3oP+vsZ2kIQ6lT1xRPSMvmho=</DigestValue>
      </Reference>
      <Reference URI="/ppt/media/image1.png?ContentType=image/png">
        <DigestMethod Algorithm="http://www.w3.org/2001/04/xmlenc#sha256"/>
        <DigestValue>cUD5OlWHP0jEzjvZRrtEgSvqUtuw/fYfsXdq+j8z8Vc=</DigestValue>
      </Reference>
      <Reference URI="/ppt/notesMasters/_rels/notes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/7uK4nOrjCm8I3MzWhp7br2N1LX5670v4kFsav/hBR0=</DigestValue>
      </Reference>
      <Reference URI="/ppt/notesMasters/notesMaster1.xml?ContentType=application/vnd.openxmlformats-officedocument.presentationml.notesMaster+xml">
        <DigestMethod Algorithm="http://www.w3.org/2001/04/xmlenc#sha256"/>
        <DigestValue>JLGXMRrkY28ieF93nyvGZOUN3RhJtLxJHVPfHBVC25k=</DigestValue>
      </Reference>
      <Reference URI="/ppt/notesSlides/_rels/notes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EeS/XBqpLAllF55eGQWaUomRkiQmZbvjHd/xP4rD1Jg=</DigestValue>
      </Reference>
      <Reference URI="/ppt/notesSlides/_rels/notes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4LhxDTPvfXb9ydVFieuQdFYk+yT9fHUWrCKWprtpvCY=</DigestValue>
      </Reference>
      <Reference URI="/ppt/notesSlides/_rels/notes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9wTHvE6ZN/xvJrAG6D1pCq6vnFSQ4LhGR6Qfw5OsLF8=</DigestValue>
      </Reference>
      <Reference URI="/ppt/notesSlides/_rels/notes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AgAgNVMcvWd5J7b5DC+SX7VqNVGiqM5+3R55bsMMkm4=</DigestValue>
      </Reference>
      <Reference URI="/ppt/notesSlides/notesSlide1.xml?ContentType=application/vnd.openxmlformats-officedocument.presentationml.notesSlide+xml">
        <DigestMethod Algorithm="http://www.w3.org/2001/04/xmlenc#sha256"/>
        <DigestValue>KUvPRTG2SUQ+VkDTjAk7M+kWyKcmmnd5srcSyHPc/jw=</DigestValue>
      </Reference>
      <Reference URI="/ppt/notesSlides/notesSlide2.xml?ContentType=application/vnd.openxmlformats-officedocument.presentationml.notesSlide+xml">
        <DigestMethod Algorithm="http://www.w3.org/2001/04/xmlenc#sha256"/>
        <DigestValue>hFKbmOUE329HvlQxCvtLEWly3eZiQvPgGMXUoL9+Lvo=</DigestValue>
      </Reference>
      <Reference URI="/ppt/notesSlides/notesSlide3.xml?ContentType=application/vnd.openxmlformats-officedocument.presentationml.notesSlide+xml">
        <DigestMethod Algorithm="http://www.w3.org/2001/04/xmlenc#sha256"/>
        <DigestValue>6K0nDY9CM9E2KSDyptiuANqUGJeUn/yucfJ1xC3XRh8=</DigestValue>
      </Reference>
      <Reference URI="/ppt/notesSlides/notesSlide4.xml?ContentType=application/vnd.openxmlformats-officedocument.presentationml.notesSlide+xml">
        <DigestMethod Algorithm="http://www.w3.org/2001/04/xmlenc#sha256"/>
        <DigestValue>2Frr63eRqrPWGL28i+pnslqASP9nzecwd2H3qgy2QGI=</DigestValue>
      </Reference>
      <Reference URI="/ppt/presentation.xml?ContentType=application/vnd.openxmlformats-officedocument.presentationml.presentation.main+xml">
        <DigestMethod Algorithm="http://www.w3.org/2001/04/xmlenc#sha256"/>
        <DigestValue>k261t4jeZhKOKo89TgOkMTnh8IO/f8QeycDKmOsTf08=</DigestValue>
      </Reference>
      <Reference URI="/ppt/presProps.xml?ContentType=application/vnd.openxmlformats-officedocument.presentationml.presProps+xml">
        <DigestMethod Algorithm="http://www.w3.org/2001/04/xmlenc#sha256"/>
        <DigestValue>0WlRmmIK9FI1PWUs3AnijJRUHNuwCKLvWSaXN384H9M=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snqigY2F2jG5GdFyziS5vnGz3vn7R+scyYQcEGXOrJQ=</DigestValue>
      </Reference>
      <Reference URI="/ppt/slideLayouts/slideLayout10.xml?ContentType=application/vnd.openxmlformats-officedocument.presentationml.slideLayout+xml">
        <DigestMethod Algorithm="http://www.w3.org/2001/04/xmlenc#sha256"/>
        <DigestValue>qhBNfkm4KJL66y59bCFkKjnUufJhucBd5H8cnD7Feos=</DigestValue>
      </Reference>
      <Reference URI="/ppt/slideLayouts/slideLayout11.xml?ContentType=application/vnd.openxmlformats-officedocument.presentationml.slideLayout+xml">
        <DigestMethod Algorithm="http://www.w3.org/2001/04/xmlenc#sha256"/>
        <DigestValue>SLKok7uOSuDaYMOGwvUESCS1eLq47vNPhWGp0ZZn2PQ=</DigestValue>
      </Reference>
      <Reference URI="/ppt/slideLayouts/slideLayout2.xml?ContentType=application/vnd.openxmlformats-officedocument.presentationml.slideLayout+xml">
        <DigestMethod Algorithm="http://www.w3.org/2001/04/xmlenc#sha256"/>
        <DigestValue>DOtPRXgY1yMDI8wRBg7oWH5DrWwdaczY15pPoFTNSA8=</DigestValue>
      </Reference>
      <Reference URI="/ppt/slideLayouts/slideLayout3.xml?ContentType=application/vnd.openxmlformats-officedocument.presentationml.slideLayout+xml">
        <DigestMethod Algorithm="http://www.w3.org/2001/04/xmlenc#sha256"/>
        <DigestValue>+OBI0qU5Pn/84dvY6aZRwh1O7ip5WCIr/EMgtrPhung=</DigestValue>
      </Reference>
      <Reference URI="/ppt/slideLayouts/slideLayout4.xml?ContentType=application/vnd.openxmlformats-officedocument.presentationml.slideLayout+xml">
        <DigestMethod Algorithm="http://www.w3.org/2001/04/xmlenc#sha256"/>
        <DigestValue>Z3PLBKgcr+/A1xAAtF1Qc6at4ab1flsyCFn5TaVUtVw=</DigestValue>
      </Reference>
      <Reference URI="/ppt/slideLayouts/slideLayout5.xml?ContentType=application/vnd.openxmlformats-officedocument.presentationml.slideLayout+xml">
        <DigestMethod Algorithm="http://www.w3.org/2001/04/xmlenc#sha256"/>
        <DigestValue>DKg6/MKdOeLRchgJrGM9Y8VMOCHzvumQaWWwjmkpqn8=</DigestValue>
      </Reference>
      <Reference URI="/ppt/slideLayouts/slideLayout6.xml?ContentType=application/vnd.openxmlformats-officedocument.presentationml.slideLayout+xml">
        <DigestMethod Algorithm="http://www.w3.org/2001/04/xmlenc#sha256"/>
        <DigestValue>u5pQBZtHilMaoghK5NSK50+vBzenI33Ru8sZRrsHi4k=</DigestValue>
      </Reference>
      <Reference URI="/ppt/slideLayouts/slideLayout7.xml?ContentType=application/vnd.openxmlformats-officedocument.presentationml.slideLayout+xml">
        <DigestMethod Algorithm="http://www.w3.org/2001/04/xmlenc#sha256"/>
        <DigestValue>wUO/1DdoEV4hKm2jQL2ch/+fS6xt5wXDhr4+jCTd+8I=</DigestValue>
      </Reference>
      <Reference URI="/ppt/slideLayouts/slideLayout8.xml?ContentType=application/vnd.openxmlformats-officedocument.presentationml.slideLayout+xml">
        <DigestMethod Algorithm="http://www.w3.org/2001/04/xmlenc#sha256"/>
        <DigestValue>FqOF/5suxJZcJ4WdAJE9GoXPCvyozKgV2/UKcQZRK/w=</DigestValue>
      </Reference>
      <Reference URI="/ppt/slideLayouts/slideLayout9.xml?ContentType=application/vnd.openxmlformats-officedocument.presentationml.slideLayout+xml">
        <DigestMethod Algorithm="http://www.w3.org/2001/04/xmlenc#sha256"/>
        <DigestValue>ycBUBBnN4fOhvTnuUsU/I1bLG+bGQafrULbcnFj2Tb0=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tSNfd+My+BfmzQxLC9EAQHv1RK/2+tNcci+9hfcJUEE=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bcEIlQMwjHZ72KLvvrgnlw4yuCohSGIE/KS8xBfAynI=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W7T7nCgKkbObXPOcmN5INRjtvix1CfYVS1HSU2bK3xo=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m/fJvgR3Rj13CiqrHSlTtIEKuSM5/UA70CnHTD3x+OM=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EDKbFK/EqZoU0F2lu6l3HMjGT8oN6S8dhZymExbFqMA=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l+pGBngW5o/9d36vgfUbOrzU0gl9pEvpdH+LKzoAU7g=</DigestValue>
      </Reference>
      <Reference URI="/ppt/slides/slide1.xml?ContentType=application/vnd.openxmlformats-officedocument.presentationml.slide+xml">
        <DigestMethod Algorithm="http://www.w3.org/2001/04/xmlenc#sha256"/>
        <DigestValue>H6TgiciU/Gglk01TRu+8w+cDla+98i/Eux5KsscdtKA=</DigestValue>
      </Reference>
      <Reference URI="/ppt/slides/slide2.xml?ContentType=application/vnd.openxmlformats-officedocument.presentationml.slide+xml">
        <DigestMethod Algorithm="http://www.w3.org/2001/04/xmlenc#sha256"/>
        <DigestValue>L3tafJwYXxC5y1brgrtHceBVoybV4DihpMuSAPqJh5U=</DigestValue>
      </Reference>
      <Reference URI="/ppt/slides/slide3.xml?ContentType=application/vnd.openxmlformats-officedocument.presentationml.slide+xml">
        <DigestMethod Algorithm="http://www.w3.org/2001/04/xmlenc#sha256"/>
        <DigestValue>fkcsR4+o3r3iNwaBYuy919WGaYZiQx7CEVfwah6a4Ps=</DigestValue>
      </Reference>
      <Reference URI="/ppt/slides/slide4.xml?ContentType=application/vnd.openxmlformats-officedocument.presentationml.slide+xml">
        <DigestMethod Algorithm="http://www.w3.org/2001/04/xmlenc#sha256"/>
        <DigestValue>HdECYk4/5DMP4ftsAW8UgCapegUPpAcYhS6i/vszqW0=</DigestValue>
      </Reference>
      <Reference URI="/ppt/tableStyles.xml?ContentType=application/vnd.openxmlformats-officedocument.presentationml.tableStyles+xml">
        <DigestMethod Algorithm="http://www.w3.org/2001/04/xmlenc#sha256"/>
        <DigestValue>DnrAMlEzfsuvbIyhNhnbHK7aXJDE4yENRdbD9d9N4QM=</DigestValue>
      </Reference>
      <Reference URI="/ppt/theme/theme1.xml?ContentType=application/vnd.openxmlformats-officedocument.theme+xml">
        <DigestMethod Algorithm="http://www.w3.org/2001/04/xmlenc#sha256"/>
        <DigestValue>YX9Ay3f0aryBwGT++rZA+EYg68nibE6UqyxPjUGVKGI=</DigestValue>
      </Reference>
      <Reference URI="/ppt/theme/theme2.xml?ContentType=application/vnd.openxmlformats-officedocument.theme+xml">
        <DigestMethod Algorithm="http://www.w3.org/2001/04/xmlenc#sha256"/>
        <DigestValue>YX9Ay3f0aryBwGT++rZA+EYg68nibE6UqyxPjUGVKGI=</DigestValue>
      </Reference>
      <Reference URI="/ppt/theme/theme3.xml?ContentType=application/vnd.openxmlformats-officedocument.theme+xml">
        <DigestMethod Algorithm="http://www.w3.org/2001/04/xmlenc#sha256"/>
        <DigestValue>YX9Ay3f0aryBwGT++rZA+EYg68nibE6UqyxPjUGVKGI=</DigestValue>
      </Reference>
      <Reference URI="/ppt/viewProps.xml?ContentType=application/vnd.openxmlformats-officedocument.presentationml.viewProps+xml">
        <DigestMethod Algorithm="http://www.w3.org/2001/04/xmlenc#sha256"/>
        <DigestValue>atJZ4ydOi3f7F8c+eIuJ2vYpSZnGQ/LDO3B0x4aKYoY=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2026-10-01T23:18:30Z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/>
          <WindowsVersion>10.0</WindowsVersion>
          <OfficeVersion>16.0.20430/27</OfficeVersion>
          <ApplicationVersion>16.0.20430</ApplicationVersion>
          <Monitors>1</Monitors>
          <HorizontalResolution>3840</HorizontalResolution>
          <VerticalResolution>1979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2026-10-01T23:18:30Z</xd:SigningTime>
          <xd:SigningCertificate>
            <xd:Cert>
              <xd:CertDigest>
                <DigestMethod Algorithm="http://www.w3.org/2001/04/xmlenc#sha256"/>
                <DigestValue>O7MvqzFFhifSnQ4VubH1duLZpXE1P6R8hx97/Khy7Sk=</DigestValue>
              </xd:CertDigest>
              <xd:IssuerSerial>
                <X509IssuerName>C=AU, O=Plutext Pty Ltd, CN=Plutext DigSig Test</X509IssuerName>
                <X509SerialNumber>334711711044568379736616701146504625209513640579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</xd: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8501</TotalTime>
  <Words>121</Words>
  <Application>Microsoft Office PowerPoint</Application>
  <PresentationFormat>On-screen Show (4:3)</PresentationFormat>
  <Paragraphs>26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Basic features</vt:lpstr>
      <vt:lpstr>Basic slide</vt:lpstr>
      <vt:lpstr>SVG in HTML output - status</vt:lpstr>
      <vt:lpstr>PowerPoint Presentation</vt:lpstr>
    </vt:vector>
  </TitlesOfParts>
  <Company>Plutext Pty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title</dc:title>
  <dc:creator>Jason Harrop</dc:creator>
  <cp:lastModifiedBy>jharrop</cp:lastModifiedBy>
  <cp:revision>8</cp:revision>
  <dcterms:created xsi:type="dcterms:W3CDTF">2010-01-19T01:06:55Z</dcterms:created>
  <dcterms:modified xsi:type="dcterms:W3CDTF">2012-09-18T08:20:33Z</dcterms:modified>
</cp:coreProperties>
</file>