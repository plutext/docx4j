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igs" ContentType="application/vnd.openxmlformats-package.digital-signature-origin"/>
  <Default Extension="svg" ContentType="image/svg+xml"/>
  <Default Extension="xlsx" ContentType="application/vnd.openxmlformats-officedocument.spreadsheetml.sheet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authors.xml" ContentType="application/vnd.ms-powerpoint.authors+xml"/>
  <Override PartName="/ppt/charts/colors1.xml" ContentType="application/vnd.ms-office.chartcolorstyle+xml"/>
  <Override PartName="/ppt/charts/style1.xml" ContentType="application/vnd.ms-office.chartstyle+xml"/>
  <Override PartName="/ppt/charts/chart1.xml" ContentType="application/vnd.openxmlformats-officedocument.drawingml.chart+xml"/>
  <Override PartName="/ppt/comments/modernComment_101_A987BC77.xml" ContentType="application/vnd.ms-powerpoint.comment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package/2006/relationships/digital-signature/origin" Target="_xmlsignatures/origin.sigs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6C2D0B-8267-47C3-1395-767C976A08A1}" name="Buck Cronk" initials="BC" userId="S::buck.cronk@oracle.com::e3c6b3cb-3934-4469-971e-65d99e8e31d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DE-DB4F-82B8-9FA59338BB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DE-DB4F-82B8-9FA59338BBF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5DE-DB4F-82B8-9FA59338B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2957696"/>
        <c:axId val="1202950976"/>
      </c:barChart>
      <c:catAx>
        <c:axId val="120295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950976"/>
        <c:crosses val="autoZero"/>
        <c:auto val="1"/>
        <c:lblAlgn val="ctr"/>
        <c:lblOffset val="100"/>
        <c:noMultiLvlLbl val="0"/>
      </c:catAx>
      <c:valAx>
        <c:axId val="1202950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2957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1_A987BC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3CEB8C-E68C-084F-8002-53BA267FBCD2}" authorId="{D66C2D0B-8267-47C3-1395-767C976A08A1}" created="2026-05-18T23:01:55.03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844245111" sldId="257"/>
      <ac:spMk id="3" creationId="{56659569-C375-530E-E89F-C05AA833D7DC}"/>
      <ac:txMk cp="0" len="10">
        <ac:context len="177" hash="209311747"/>
      </ac:txMk>
    </ac:txMkLst>
    <p188:pos x="1867930" y="485089"/>
    <p188:txBody>
      <a:bodyPr/>
      <a:lstStyle/>
      <a:p>
        <a:r>
          <a:rPr lang="en-US"/>
          <a:t>Comment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CC9C-BD9F-86C5-A254-0FD11D1E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C31B4-E5D2-8FA3-F301-B6D8C9AA6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4BEF8-79C0-3A77-4D37-2F49B433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323FD-FD63-64EB-3068-D814E635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F42DA-D6E7-617E-1576-569FEA20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6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646D-94A5-6B7A-623A-6CFA5C30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947EE-3E9E-3E47-666E-4D0466E9A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0AE29-BC63-1557-BD71-4138F883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FB58C-9F86-32A7-A9F2-5C7B0CB08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AC2BF-7A35-A81F-595E-DF438693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4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67FD-7347-BAFD-7B4A-E8E70FE0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629FE-7E9F-B32D-6842-5AE610112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27A0-1582-75F2-AB45-37954B1B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6F5FF-E928-E88A-17A3-938F6168E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696CB-84D2-AFD3-FA87-EE474318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706F-4D64-4453-CDF0-333BF8DC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9C0A7-C503-633F-A257-436437318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90A67-D3A8-32B5-B480-E6991B897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E76DD-DDD3-71D8-78D9-2F97068FB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891B9-90B2-06C2-04ED-897BAC57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2F0BA-67A1-FF92-94EC-F3849491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5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49A2-6C33-FC53-4436-5DF6F1C4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FDCED-3F8F-6527-F53F-EA4B694B6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6A720-943C-0CA0-EC7C-A791BE1FC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95C8E-6748-E2F8-34D3-653755714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68077-E4FD-97F6-9419-6CB61DC49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3C785E-D510-7EE3-2490-E2DC31EEC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B89D98-1BDB-E6B0-46D7-130731B9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18292-9C6C-A9D2-3457-EF745EAC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762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7AE2-F488-2695-3C5E-69E58B23C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8928C-E7AB-7001-3E43-00E61BB5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DB421-8203-1FE8-6F3F-B2BAC2E10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2CA86-7845-ECD8-1D92-6612E4BA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BA1C39-01EB-616A-E4D2-57EAC469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0CEAD-5B77-5C60-90A2-C7375822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ADD9B-0B2F-839F-677C-ECD5F23DA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63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FAFC-4499-C6D9-3AA3-F75701C5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954A-FB7F-BB62-F09B-447AC4DED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FE7E6-EE9E-0F70-358B-73CB56F21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9E61E-1D0E-D5C7-780D-0EF339B6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AE637-B0C1-F7CD-FA4A-C2F3437A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6456C-9160-28F8-084C-02003A97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30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0498-6B69-B42B-B1E8-BA9A9946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6CA2E2-B5EB-BC8D-EBDA-A7333EEFA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AEE43-5830-D4C8-46B8-FA984CE0F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0C20D-83E1-AD91-D773-E4FC553B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3F060-00E4-E7F0-2B50-CC22CF1B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D8106-2054-FA7C-8F8C-F1B1FA9B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2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D3D2-441A-23D2-E4BF-C11EE613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0F1A7-ACAC-F9AC-73E1-AFDA94FBBA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2A441-FB3A-7D0D-6DE1-3E287402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71D5F-01D3-B12A-0A87-0714F70A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76460-AD98-B89D-A2A7-01F3B1CA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3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16B5B-BB63-A688-32C1-6C471780A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03932-3349-1058-E8F0-0C4816600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F3CBB-4A34-1ACB-063F-158F6D995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A80F8-7EB7-55AD-40F3-D25B91EF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FC7CA-0335-9848-E87B-175CB3C2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13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20107-201D-FED9-DDD8-53DBDD98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F941E-84CF-1A3A-7053-D8708C667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B22B5-CDC0-ED39-E0A0-73D235CDE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3B639-68B6-B348-A20F-06487F9EA562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69845-4E2E-DD91-87FA-A10DA0C9C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D6D69-2CEB-B467-0DA2-B839B11EF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EDF9E-18F4-1641-858E-F038248E1D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9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microsoft.com/office/2018/10/relationships/comments" Target="../comments/modernComment_101_A987BC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A836-35B6-FF7E-A31C-06DB72B96C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7B3372-DA5A-045A-C80B-6411AA0097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3869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F9795-1D37-78E6-34E2-126AB95AA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659569-C375-530E-E89F-C05AA833D7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Slide text</a:t>
                </a:r>
              </a:p>
              <a:p>
                <a:r>
                  <a:rPr lang="en-US" b="1" dirty="0"/>
                  <a:t>Bold</a:t>
                </a:r>
                <a:r>
                  <a:rPr lang="en-US" dirty="0"/>
                  <a:t>, </a:t>
                </a:r>
                <a:r>
                  <a:rPr lang="en-US" i="1" dirty="0"/>
                  <a:t>italic</a:t>
                </a:r>
                <a:r>
                  <a:rPr lang="en-US" dirty="0"/>
                  <a:t>, </a:t>
                </a:r>
                <a:r>
                  <a:rPr lang="en-US" u="sng" dirty="0"/>
                  <a:t>underline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0000"/>
                    </a:solidFill>
                  </a:rPr>
                  <a:t>color</a:t>
                </a:r>
                <a:r>
                  <a:rPr lang="en-US" dirty="0"/>
                  <a:t>, </a:t>
                </a:r>
                <a:r>
                  <a:rPr lang="en-US" dirty="0">
                    <a:highlight>
                      <a:srgbClr val="FFFF00"/>
                    </a:highlight>
                  </a:rPr>
                  <a:t>highlight</a:t>
                </a:r>
                <a:r>
                  <a:rPr lang="en-US" dirty="0"/>
                  <a:t>,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font (Times New Roman)</a:t>
                </a:r>
              </a:p>
              <a:p>
                <a:r>
                  <a:rPr lang="en-US" dirty="0"/>
                  <a:t>Image:</a:t>
                </a:r>
              </a:p>
              <a:p>
                <a:r>
                  <a:rPr lang="en-US" dirty="0"/>
                  <a:t>Equation: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RTL Text: </a:t>
                </a:r>
                <a:r>
                  <a:rPr lang="en-US" dirty="0" err="1"/>
                  <a:t>أهلاً</a:t>
                </a:r>
                <a:r>
                  <a:rPr lang="en-US" dirty="0"/>
                  <a:t> </a:t>
                </a:r>
                <a:r>
                  <a:rPr lang="en-US" dirty="0" err="1"/>
                  <a:t>وسهلاً</a:t>
                </a:r>
                <a:endParaRPr lang="en-US" dirty="0"/>
              </a:p>
              <a:p>
                <a:r>
                  <a:rPr lang="en-US" dirty="0">
                    <a:hlinkClick r:id="rId3"/>
                  </a:rPr>
                  <a:t>Hyperlink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659569-C375-530E-E89F-C05AA833D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38DBA4F-5555-DA06-1E4F-2714FDC16280}"/>
              </a:ext>
            </a:extLst>
          </p:cNvPr>
          <p:cNvSpPr txBox="1"/>
          <p:nvPr/>
        </p:nvSpPr>
        <p:spPr>
          <a:xfrm>
            <a:off x="7814930" y="365125"/>
            <a:ext cx="2243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box</a:t>
            </a:r>
          </a:p>
        </p:txBody>
      </p:sp>
      <p:pic>
        <p:nvPicPr>
          <p:cNvPr id="6" name="Graphic 5" descr="Badge Tick1 with solid fill">
            <a:extLst>
              <a:ext uri="{FF2B5EF4-FFF2-40B4-BE49-F238E27FC236}">
                <a16:creationId xmlns:a16="http://schemas.microsoft.com/office/drawing/2014/main" id="{2DEF027D-502C-C275-A630-F93C140655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40142" y="2667185"/>
            <a:ext cx="761815" cy="76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451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765D-5A1D-2AAA-FBED-8F9FE3334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6409C-C034-657E-FF22-E60A72EE5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more text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179107-ACEE-30C8-7D16-330BBB15A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16033"/>
              </p:ext>
            </p:extLst>
          </p:nvPr>
        </p:nvGraphicFramePr>
        <p:xfrm>
          <a:off x="4868561" y="1553777"/>
          <a:ext cx="6069914" cy="4312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0558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1/04/xmldsig-more#rsa-sha256"/>
    <Reference Type="http://www.w3.org/2000/09/xmldsig#Object" URI="#idPackageObject">
      <DigestMethod Algorithm="http://www.w3.org/2001/04/xmlenc#sha256"/>
      <DigestValue>k3IrwscchWXZOfoNGcZuK1zUU1ZqSK4RJHsRiLP9T8A=</DigestValue>
    </Reference>
    <Reference Type="http://www.w3.org/2000/09/xmldsig#Object" URI="#idOfficeObject">
      <DigestMethod Algorithm="http://www.w3.org/2001/04/xmlenc#sha256"/>
      <DigestValue>PRhBHeGrvbJJ50OaBU0fhiROTXOq/qj6oXVr+Tmb0ZA=</DigestValue>
    </Reference>
    <Reference Type="http://uri.etsi.org/01903#SignedProperties" URI="#idSignedProperties">
      <Transforms>
        <Transform Algorithm="http://www.w3.org/TR/2001/REC-xml-c14n-20010315"/>
      </Transforms>
      <DigestMethod Algorithm="http://www.w3.org/2001/04/xmlenc#sha256"/>
      <DigestValue>qEtTcfedZsv2RFOFpVDMw8T4W6FFIqif41YgzMEGNus=</DigestValue>
    </Reference>
  </SignedInfo>
  <SignatureValue>W0vpl/PPlkd3ruFX6Q4U966oOBTyeWUW2t1iBlWp0vilbarbsrUYPgPfTmqd7CWE6uCTSaMP/mCB
QPfGk+f6jmh9aqZiDhNi6LrtvaTQ8HpiusZd51tJSDlDe5blLGrqP4mFNsb85w6hhpmcy4VvAbHe
XO4u3JqlV6fcpWWV/nvXxfYXvoyVqrN+Kf3voGiVx7OFfoNDhNS+ehfuive+GEtGGgcIP3qqA8KZ
I51KZgZ2GXWpnj62C8NjkVmRCCbzC1LDgADkIjrD5pc2Q73J52DwcTwnPyar+tE6/afp5WH6yXGI
B3nB+BlUWqVgBm6zD+qmQ5Fn/4ysg3tbwi/Pag==</SignatureValue>
  <KeyInfo>
    <X509Data>
      <X509Certificate>MIIDmjCCAoKgAwIBAgIUOqD+AbemNq7H93UXNF1mX5DsgoMwDQYJKoZIhvcNAQELBQAwRTEcMBoGA1UEAwwTUGx1dGV4dCBEaWdTaWcgVGVzdDEYMBYGA1UECgwPUGx1dGV4dCBQdHkgTHRkMQswCQYDVQQGEwJBVTAeFw0yNjEwMDEwMDQ5NDJaFw0zMTA5MzAwMDQ5NDJaMEUxHDAaBgNVBAMME1BsdXRleHQgRGlnU2lnIFRlc3QxGDAWBgNVBAoMD1BsdXRleHQgUHR5IEx0ZDELMAkGA1UEBhMCQVUwggEiMA0GCSqGSIb3DQEBAQUAA4IBDwAwggEKAoIBAQC307YkO7YcpDrP9ZIghSjnJVBtdXGqXiQ4nPS2ZkyxvMKPqIPQHytwnr3BIPxUe3Ma9KfY92u8qMtRgkJfHRkujbT3xWLUYVaWqPHHzbHjkklKH+FXuT4eoBAHupgHTaFwUMR67OwPeA2gHCVz38PtLqfkzZNn01SpQeDH8iqQ2PfiqB6ROnq+rIeGSQhMz3FDF3KaatcwNlarMzDk5s0zzCyVrSie/EVKNZRqY5b0QmAYX2Dlcxv2itt5pojhmU+I/b5dKun87YMsjW4AuJomZsP+O2sKtbvfSEmapFlo2ve8yxElBtLooRbla4L+uQtwgkjLbS2k981oduRsZqhBAgMBAAGjgYEwfzAdBgNVHQ4EFgQUVkQXlGnFcCSIQ/7n2fZi+iiKxe4wHwYDVR0jBBgwFoAUVkQXlGnFcCSIQ/7n2fZi+iiKxe4wDAYDVR0TAQH/BAIwADAOBgNVHQ8BAf8EBAMCBsAwHwYDVR0lBBgwFgYIKwYBBQUHAwQGCisGAQQBgjcKAwwwDQYJKoZIhvcNAQELBQADggEBAA6AkE1jbJHGx1dDmO3tR9T72OOb+C9n3bMip5dKqQ0yMYQdRsgkGQ2gXCBP4F37cjpbpTVW2GRjhaYCX2tIYnLjzxhL00pIjdr9To6phLMEoRteaAms4x0z6pY5Bd2JGpEnMTQdI5XOPgJhIZa3ipQ/FiueP8VnZnU0KCXppbnoEkkikgSnL7CvoFnODBFeBzTGlEyiGNO/WeWWm2jNohp4WJHMxB/xnix0jpFuxgm+8JFbapddRNc8qQDp95zZP8RNinBwt7NZqQGmeO1vQCsTWfEqs1gxTaRa/YWyNqmDTyiS1WBo7vqwzi5XTVC/2UyRDtM3rCvxBKn2DB/N0J8=</X509Certificate>
    </X509Data>
  </KeyInfo>
  <Object Id="idPackageObject">
    <Manifest>
      <Reference URI="/_rels/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5"/>
          </Transform>
          <Transform Algorithm="http://www.w3.org/TR/2001/REC-xml-c14n-20010315"/>
        </Transforms>
        <DigestMethod Algorithm="http://www.w3.org/2001/04/xmlenc#sha256"/>
        <DigestValue>nDwfdHlzzXQ1mMgenyYNbDgv0c+nuySKuqDqaLgX/8g=</DigestValue>
      </Reference>
      <Reference URI="/docMetadata/LabelInfo.xml?ContentType=application/vnd.ms-office.classificationlabels+xml">
        <DigestMethod Algorithm="http://www.w3.org/2001/04/xmlenc#sha256"/>
        <DigestValue>hAgQ8xi4tJNR9rcFa0pTtnGO3at/FWFyqO3wwb+zg4Q=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QvmyoRDKaU9LoVoGQtSH4UwW1DR6E5Qfeglbr/IX5SE=</DigestValue>
      </Reference>
      <Reference URI="/ppt/authors.xml?ContentType=application/vnd.ms-powerpoint.authors+xml">
        <DigestMethod Algorithm="http://www.w3.org/2001/04/xmlenc#sha256"/>
        <DigestValue>u2t7H8Vw7TRckmb/h5fN53ikeGtsvX/k9N8/M30hujU=</DigestValue>
      </Reference>
      <Reference URI="/ppt/charts/_rels/char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1yPBjvaVvxLPN8dZkz3VceXEp3Rd1LrcWOlx674KoQg=</DigestValue>
      </Reference>
      <Reference URI="/ppt/charts/chart1.xml?ContentType=application/vnd.openxmlformats-officedocument.drawingml.chart+xml">
        <DigestMethod Algorithm="http://www.w3.org/2001/04/xmlenc#sha256"/>
        <DigestValue>nLpbjBfs/iz4ajgluYEIjAeCAENQnC6vqH0rtk/zdzQ=</DigestValue>
      </Reference>
      <Reference URI="/ppt/charts/colors1.xml?ContentType=application/vnd.ms-office.chartcolorstyle+xml">
        <DigestMethod Algorithm="http://www.w3.org/2001/04/xmlenc#sha256"/>
        <DigestValue>BP77p9MYU/oKpjblyLjjCPwxJqm0ih9EkJR//5HVqS8=</DigestValue>
      </Reference>
      <Reference URI="/ppt/charts/style1.xml?ContentType=application/vnd.ms-office.chartstyle+xml">
        <DigestMethod Algorithm="http://www.w3.org/2001/04/xmlenc#sha256"/>
        <DigestValue>VopWUenAfrmoCoy1/SiFYOHASZJJyNDjhWXDSKKNSw8=</DigestValue>
      </Reference>
      <Reference URI="/ppt/comments/modernComment_101_A987BC77.xml?ContentType=application/vnd.ms-powerpoint.comments+xml">
        <DigestMethod Algorithm="http://www.w3.org/2001/04/xmlenc#sha256"/>
        <DigestValue>0hLgXTjPZdGcdQ2qRM7S2t/wrMXrgK+fAwo1Y8UAtfs=</DigestValue>
      </Reference>
      <Reference URI="/ppt/embeddings/Microsoft_Excel_Worksheet.xlsx?ContentType=application/vnd.openxmlformats-officedocument.spreadsheetml.sheet">
        <DigestMethod Algorithm="http://www.w3.org/2001/04/xmlenc#sha256"/>
        <DigestValue>0IHmmCTGBXiZ2QLjuVa2Wp7WAsTvKE8simDe64rK4R4=</DigestValue>
      </Reference>
      <Reference URI="/ppt/media/image1.png?ContentType=image/png">
        <DigestMethod Algorithm="http://www.w3.org/2001/04/xmlenc#sha256"/>
        <DigestValue>UJ3wIGUq9R/AKuh21endr6p22vJfwyuiCEMaceYVM+s=</DigestValue>
      </Reference>
      <Reference URI="/ppt/media/image2.svg?ContentType=image/svg+xml">
        <DigestMethod Algorithm="http://www.w3.org/2001/04/xmlenc#sha256"/>
        <DigestValue>fr/2PWY6QKaizXi81AeRcyZjuvjSuRVYhBSbbbc4Gko=</DigestValue>
      </Reference>
      <Reference URI="/ppt/presentation.xml?ContentType=application/vnd.openxmlformats-officedocument.presentationml.presentation.main+xml">
        <DigestMethod Algorithm="http://www.w3.org/2001/04/xmlenc#sha256"/>
        <DigestValue>lZEPEqpSHYbJLpOfM9AA9lVo1hGD6ZLgb4pBtSgxM7s=</DigestValue>
      </Reference>
      <Reference URI="/ppt/presProps.xml?ContentType=application/vnd.openxmlformats-officedocument.presentationml.presProps+xml">
        <DigestMethod Algorithm="http://www.w3.org/2001/04/xmlenc#sha256"/>
        <DigestValue>zRLSKsmjgl/2dypwfNHmf5zibrKq8xYCNGmhawKFL4U=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slideLayout1.xml?ContentType=application/vnd.openxmlformats-officedocument.presentationml.slideLayout+xml">
        <DigestMethod Algorithm="http://www.w3.org/2001/04/xmlenc#sha256"/>
        <DigestValue>8WK/yDiGPTZAG96TCaugtKLKfHIHP43mJQVHQKkibmY=</DigestValue>
      </Reference>
      <Reference URI="/ppt/slideLayouts/slideLayout10.xml?ContentType=application/vnd.openxmlformats-officedocument.presentationml.slideLayout+xml">
        <DigestMethod Algorithm="http://www.w3.org/2001/04/xmlenc#sha256"/>
        <DigestValue>ESS2iyMgpwUMO/9IU+ZIRbZuL7a0bZRee3hwKpWFXC8=</DigestValue>
      </Reference>
      <Reference URI="/ppt/slideLayouts/slideLayout11.xml?ContentType=application/vnd.openxmlformats-officedocument.presentationml.slideLayout+xml">
        <DigestMethod Algorithm="http://www.w3.org/2001/04/xmlenc#sha256"/>
        <DigestValue>yzjAxclxFXnuBwUla/NT+QzDbUauywwZxLxpkK1/Cno=</DigestValue>
      </Reference>
      <Reference URI="/ppt/slideLayouts/slideLayout2.xml?ContentType=application/vnd.openxmlformats-officedocument.presentationml.slideLayout+xml">
        <DigestMethod Algorithm="http://www.w3.org/2001/04/xmlenc#sha256"/>
        <DigestValue>Cwvcqba9f9MQt3v461My/R8DEX72+9jDoezja4LyqZ0=</DigestValue>
      </Reference>
      <Reference URI="/ppt/slideLayouts/slideLayout3.xml?ContentType=application/vnd.openxmlformats-officedocument.presentationml.slideLayout+xml">
        <DigestMethod Algorithm="http://www.w3.org/2001/04/xmlenc#sha256"/>
        <DigestValue>2ZdyslxS7jq4XT+MJUYpttgWIKU+vaQkNUsItWsRVQE=</DigestValue>
      </Reference>
      <Reference URI="/ppt/slideLayouts/slideLayout4.xml?ContentType=application/vnd.openxmlformats-officedocument.presentationml.slideLayout+xml">
        <DigestMethod Algorithm="http://www.w3.org/2001/04/xmlenc#sha256"/>
        <DigestValue>3EMh3I+NF5muTla6iC/wsfNlaiMvVwY75BpOnK1FzNw=</DigestValue>
      </Reference>
      <Reference URI="/ppt/slideLayouts/slideLayout5.xml?ContentType=application/vnd.openxmlformats-officedocument.presentationml.slideLayout+xml">
        <DigestMethod Algorithm="http://www.w3.org/2001/04/xmlenc#sha256"/>
        <DigestValue>wjn4ex2k3mIxInT6BvL52i+6J9ZyCHK4TbEVvHeEUB0=</DigestValue>
      </Reference>
      <Reference URI="/ppt/slideLayouts/slideLayout6.xml?ContentType=application/vnd.openxmlformats-officedocument.presentationml.slideLayout+xml">
        <DigestMethod Algorithm="http://www.w3.org/2001/04/xmlenc#sha256"/>
        <DigestValue>f+p0X9rZ+o+e4RbUJa86RFilDY/dhBr/rN88Xi1DCW0=</DigestValue>
      </Reference>
      <Reference URI="/ppt/slideLayouts/slideLayout7.xml?ContentType=application/vnd.openxmlformats-officedocument.presentationml.slideLayout+xml">
        <DigestMethod Algorithm="http://www.w3.org/2001/04/xmlenc#sha256"/>
        <DigestValue>PKuFLh1TZ5wFGQGDGpcy3yROFWIqZwu5HGRWka4cwaM=</DigestValue>
      </Reference>
      <Reference URI="/ppt/slideLayouts/slideLayout8.xml?ContentType=application/vnd.openxmlformats-officedocument.presentationml.slideLayout+xml">
        <DigestMethod Algorithm="http://www.w3.org/2001/04/xmlenc#sha256"/>
        <DigestValue>4qUftka4lg2uhTaIxXjyQ0jStfRByEwkCZBUuL8EXiI=</DigestValue>
      </Reference>
      <Reference URI="/ppt/slideLayouts/slideLayout9.xml?ContentType=application/vnd.openxmlformats-officedocument.presentationml.slideLayout+xml">
        <DigestMethod Algorithm="http://www.w3.org/2001/04/xmlenc#sha256"/>
        <DigestValue>S8nrVYt4PDTbWPC1O/ZaAwHOfYiWfK8HMx9gqhq/JyA=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</Transform>
          <Transform Algorithm="http://www.w3.org/TR/2001/REC-xml-c14n-20010315"/>
        </Transforms>
        <DigestMethod Algorithm="http://www.w3.org/2001/04/xmlenc#sha256"/>
        <DigestValue>tSNfd+My+BfmzQxLC9EAQHv1RK/2+tNcci+9hfcJUEE=</DigestValue>
      </Reference>
      <Reference URI="/ppt/slideMasters/slideMaster1.xml?ContentType=application/vnd.openxmlformats-officedocument.presentationml.slideMaster+xml">
        <DigestMethod Algorithm="http://www.w3.org/2001/04/xmlenc#sha256"/>
        <DigestValue>ID5yQ333xd2bejv57s9tg+UD6I3Kb2MIm7jSPH+uGtk=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0fZQqInNx0SxBHpLZFfCGKT9Eduk9FwDK3E+n9mgCUE=</DigestValue>
      </Reference>
      <Reference URI="/ppt/slides/_rels/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5"/>
          </Transform>
          <Transform Algorithm="http://www.w3.org/TR/2001/REC-xml-c14n-20010315"/>
        </Transforms>
        <DigestMethod Algorithm="http://www.w3.org/2001/04/xmlenc#sha256"/>
        <DigestValue>7BEQBDZQKhgkX6mqbHkhdf1We/lcqM1U59Z7kbnjLQw=</DigestValue>
      </Reference>
      <Reference URI="/ppt/slides/_rels/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f25EUl7grdX/V8jUshcZNPz8vz/gCjXC2221nYU7QJU=</DigestValue>
      </Reference>
      <Reference URI="/ppt/slides/slide1.xml?ContentType=application/vnd.openxmlformats-officedocument.presentationml.slide+xml">
        <DigestMethod Algorithm="http://www.w3.org/2001/04/xmlenc#sha256"/>
        <DigestValue>/cltKwIixZRHwrOemn3VR3ASq9DclWcAhzaLEuoj6fw=</DigestValue>
      </Reference>
      <Reference URI="/ppt/slides/slide2.xml?ContentType=application/vnd.openxmlformats-officedocument.presentationml.slide+xml">
        <DigestMethod Algorithm="http://www.w3.org/2001/04/xmlenc#sha256"/>
        <DigestValue>qEWxq0bjBn/N1+tqvvwxjX4WQuL8/qoSJ19hL4qauik=</DigestValue>
      </Reference>
      <Reference URI="/ppt/slides/slide3.xml?ContentType=application/vnd.openxmlformats-officedocument.presentationml.slide+xml">
        <DigestMethod Algorithm="http://www.w3.org/2001/04/xmlenc#sha256"/>
        <DigestValue>YuR8Z5VE7xFKV32V93W5QurBrnTb9lMQ/MngeqJ6UII=</DigestValue>
      </Reference>
      <Reference URI="/ppt/tableStyles.xml?ContentType=application/vnd.openxmlformats-officedocument.presentationml.tableStyles+xml">
        <DigestMethod Algorithm="http://www.w3.org/2001/04/xmlenc#sha256"/>
        <DigestValue>DnrAMlEzfsuvbIyhNhnbHK7aXJDE4yENRdbD9d9N4QM=</DigestValue>
      </Reference>
      <Reference URI="/ppt/theme/theme1.xml?ContentType=application/vnd.openxmlformats-officedocument.theme+xml">
        <DigestMethod Algorithm="http://www.w3.org/2001/04/xmlenc#sha256"/>
        <DigestValue>s9d+C8i2jRuKppwvRPwXCFVRkO/GhUSrlINGR6tMpYQ=</DigestValue>
      </Reference>
      <Reference URI="/ppt/viewProps.xml?ContentType=application/vnd.openxmlformats-officedocument.presentationml.viewProps+xml">
        <DigestMethod Algorithm="http://www.w3.org/2001/04/xmlenc#sha256"/>
        <DigestValue>KgkB1qZLd/PG6Gx67AXSh0MDVpXv2M4/KNY/Pp83IQU=</DigestValue>
      </Reference>
    </Manifest>
    <SignatureProperties>
      <SignatureProperty Id="idSignatureTime" Target="#idPackageSignature">
        <mdssi:SignatureTime xmlns:mdssi="http://schemas.openxmlformats.org/package/2006/digital-signature">
          <mdssi:Format>YYYY-MM-DDThh:mm:ssTZD</mdssi:Format>
          <mdssi:Value>2026-10-01T23:18:47Z</mdssi:Value>
        </mdssi:SignatureTime>
      </SignatureProperty>
    </SignatureProperties>
  </Object>
  <Object Id="idOfficeObject">
    <SignatureProperties>
      <SignatureProperty Id="idOfficeV1Details" Target="#idPackageSignature">
        <SignatureInfoV1 xmlns="http://schemas.microsoft.com/office/2006/digsig">
          <SetupID/>
          <SignatureText/>
          <SignatureImage/>
          <SignatureComments/>
          <WindowsVersion>10.0</WindowsVersion>
          <OfficeVersion>16.0.20430/27</OfficeVersion>
          <ApplicationVersion>16.0.20430</ApplicationVersion>
          <Monitors>1</Monitors>
          <HorizontalResolution>3840</HorizontalResolution>
          <VerticalResolution>1979</VerticalResolution>
          <ColorDepth>32</ColorDepth>
          <SignatureProviderId>{00000000-0000-0000-0000-000000000000}</SignatureProviderId>
          <SignatureProviderUrl/>
          <SignatureProviderDetails>9</SignatureProviderDetails>
          <SignatureType>1</SignatureType>
        </SignatureInfoV1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2026-10-01T23:18:47Z</xd:SigningTime>
          <xd:SigningCertificate>
            <xd:Cert>
              <xd:CertDigest>
                <DigestMethod Algorithm="http://www.w3.org/2001/04/xmlenc#sha256"/>
                <DigestValue>O7MvqzFFhifSnQ4VubH1duLZpXE1P6R8hx97/Khy7Sk=</DigestValue>
              </xd:CertDigest>
              <xd:IssuerSerial>
                <X509IssuerName>C=AU, O=Plutext Pty Ltd, CN=Plutext DigSig Test</X509IssuerName>
                <X509SerialNumber>334711711044568379736616701146504625209513640579</X509SerialNumber>
              </xd:IssuerSerial>
            </xd:Cert>
          </xd:SigningCertificate>
          <xd:SignaturePolicyIdentifier>
            <xd:SignaturePolicyImplied/>
          </xd:SignaturePolicyIdentifier>
        </xd:SignedSignatureProperties>
      </xd:SignedProperties>
    </xd:QualifyingProperties>
  </Object>
</Signatur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Times New Roman</vt:lpstr>
      <vt:lpstr>Office Theme</vt:lpstr>
      <vt:lpstr>Hello World</vt:lpstr>
      <vt:lpstr>Slide Title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Buck Cronk</dc:creator>
  <cp:lastModifiedBy>Buck Cronk</cp:lastModifiedBy>
  <cp:revision>3</cp:revision>
  <dcterms:created xsi:type="dcterms:W3CDTF">2026-05-18T22:57:24Z</dcterms:created>
  <dcterms:modified xsi:type="dcterms:W3CDTF">2026-05-18T23:02:50Z</dcterms:modified>
</cp:coreProperties>
</file>